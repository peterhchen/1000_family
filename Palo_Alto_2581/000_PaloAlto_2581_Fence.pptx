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6"/>
  </p:notesMasterIdLst>
  <p:sldIdLst>
    <p:sldId id="256" r:id="rId3"/>
    <p:sldId id="257" r:id="rId4"/>
    <p:sldId id="258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16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4400" b="0" strike="noStrike" spc="-1">
                <a:latin typeface="Arial"/>
              </a:rPr>
              <a:t>Click to move the slide</a:t>
            </a: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85" name="PlaceHolder 4"/>
          <p:cNvSpPr>
            <a:spLocks noGrp="1"/>
          </p:cNvSpPr>
          <p:nvPr>
            <p:ph type="dt" idx="7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86" name="PlaceHolder 5"/>
          <p:cNvSpPr>
            <a:spLocks noGrp="1"/>
          </p:cNvSpPr>
          <p:nvPr>
            <p:ph type="ftr" idx="8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87" name="PlaceHolder 6"/>
          <p:cNvSpPr>
            <a:spLocks noGrp="1"/>
          </p:cNvSpPr>
          <p:nvPr>
            <p:ph type="sldNum" idx="9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fld id="{5BE30FC3-8094-41C9-B634-B18F494F2D0D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37080" cy="3394080"/>
          </a:xfrm>
          <a:prstGeom prst="rect">
            <a:avLst/>
          </a:prstGeom>
          <a:ln w="0">
            <a:noFill/>
          </a:ln>
        </p:spPr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51120" cy="407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36520" cy="42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AF206F3-0A23-4C5C-A4DD-7C85C96DE221}" type="slidenum">
              <a: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1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D9BB429-1B88-4EDF-AE59-9D6BB2DCDC84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9574235B-37F9-47BA-BA9C-7427152EB4D6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5C0AD704-BBD6-4C54-9AAC-8D70DA4CA6CC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6A4FB05-0D56-4FCE-87DD-86CEA5A996FA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A7620AB-1642-4FDA-A95D-9B490B4DD180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553A9BC7-D917-4DAB-87B7-BE3026E58D63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709A9598-2D26-4ED4-8DA2-B862EA6CAE0F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C619CEE9-5018-492F-8BEF-5DBFF0C1A395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AFB158B-F92C-4354-AE73-8B83FEAA1410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41448C8-E6CD-4099-B4BC-62D3EF4AF279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9E1116A-67FA-4E89-A6E9-1280A1A092B6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CD77775-3C77-4225-8D25-232370CFC5CC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C0BB7AF8-851D-42C3-8744-424CC3AB4995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26E4DA98-BEF7-49E6-996C-C5D0846A44B2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9FE53191-ABE0-4AA8-BA7A-9871C227CC49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9600AB6B-E924-4C6E-8D77-43163B0497CE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299DE90E-B7FB-4977-B4F4-E24849E23F1D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A192FB94-499E-43BB-A691-0DB2F004D24B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A694A157-0B29-4B47-AD00-A6165C6760CD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ED88CC2D-5198-4E8B-9938-9FB814F2A23D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378C5F74-A826-462F-87BD-7FAEEF4FB790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2E125011-20FC-4768-B40A-AE2C97B0D08A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984E9863-1275-42B2-B78B-6AFFFE070018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5FF891C3-A223-464E-B8B6-802E77C731EB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60200" cy="329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ct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lang="en-US" sz="1400" b="0" strike="noStrike" spc="-1"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098440" cy="329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EE8ADFB-F970-4FAE-9AD7-73E438E3CFC8}" type="slidenum">
              <a:rPr lang="en-US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098440" cy="329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60200" cy="329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ct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lang="en-US" sz="1400" b="0" strike="noStrike" spc="-1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098440" cy="329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471114A-BFFC-437B-A9D5-6040C2D4A83C}" type="slidenum">
              <a:rPr lang="en-US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098440" cy="329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0" y="2130480"/>
            <a:ext cx="9128520" cy="1434600"/>
          </a:xfrm>
          <a:prstGeom prst="rect">
            <a:avLst/>
          </a:prstGeom>
          <a:solidFill>
            <a:srgbClr val="00B0F0"/>
          </a:solidFill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200" b="1" strike="noStrike" spc="-1">
                <a:solidFill>
                  <a:srgbClr val="FFFF00"/>
                </a:solidFill>
                <a:latin typeface="Calibri"/>
                <a:ea typeface="DejaVu Sans"/>
              </a:rPr>
              <a:t>001 Palo Alto 2581 - 2587</a:t>
            </a:r>
            <a:endParaRPr lang="en-US" sz="4200" b="0" strike="noStrike" spc="-1"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ubTitle"/>
          </p:nvPr>
        </p:nvSpPr>
        <p:spPr>
          <a:xfrm>
            <a:off x="1371600" y="4563360"/>
            <a:ext cx="6365520" cy="65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228600" indent="-228600" algn="ctr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rgbClr val="8B8B8B"/>
                </a:solidFill>
                <a:latin typeface="Calibri"/>
                <a:ea typeface="DejaVu Sans"/>
              </a:rPr>
              <a:t>Peter H. Chen</a:t>
            </a:r>
            <a:endParaRPr lang="en-US" sz="3200" b="0" strike="noStrike" spc="-1">
              <a:latin typeface="Arial"/>
            </a:endParaRPr>
          </a:p>
        </p:txBody>
      </p:sp>
      <p:pic>
        <p:nvPicPr>
          <p:cNvPr id="90" name="Picture 2" descr="Reinforcement learning - Wikipedia"/>
          <p:cNvPicPr/>
          <p:nvPr/>
        </p:nvPicPr>
        <p:blipFill>
          <a:blip r:embed="rId3"/>
          <a:stretch/>
        </p:blipFill>
        <p:spPr>
          <a:xfrm>
            <a:off x="4212000" y="3645000"/>
            <a:ext cx="906480" cy="87768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56895BAA-7ECA-47E7-A469-7D3F41C61957}" type="slidenum">
              <a:rPr/>
              <a:t>1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fld id="{C86E80A2-4B26-42D2-903A-CE8F0862CAB8}" type="datetime1">
              <a:rPr lang="en-US"/>
              <a:t>2/21/2026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10080" y="0"/>
            <a:ext cx="9127800" cy="729360"/>
          </a:xfrm>
          <a:prstGeom prst="rect">
            <a:avLst/>
          </a:prstGeom>
          <a:gradFill rotWithShape="0">
            <a:gsLst>
              <a:gs pos="0">
                <a:srgbClr val="BF0000"/>
              </a:gs>
              <a:gs pos="100000">
                <a:srgbClr val="710000"/>
              </a:gs>
            </a:gsLst>
            <a:lin ang="8100000"/>
          </a:gradFill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4200" b="1" strike="noStrike" spc="-1">
                <a:solidFill>
                  <a:srgbClr val="FFFF00"/>
                </a:solidFill>
                <a:latin typeface="Calibri"/>
                <a:ea typeface="DejaVu Sans"/>
              </a:rPr>
              <a:t>001 Palo Alto 2581 - 2581</a:t>
            </a:r>
            <a:endParaRPr lang="en-US" sz="42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subTitle"/>
          </p:nvPr>
        </p:nvSpPr>
        <p:spPr>
          <a:xfrm>
            <a:off x="232200" y="1302120"/>
            <a:ext cx="2739600" cy="297720"/>
          </a:xfrm>
          <a:prstGeom prst="rect">
            <a:avLst/>
          </a:prstGeom>
          <a:noFill/>
          <a:ln w="0">
            <a:solidFill>
              <a:srgbClr val="C00000"/>
            </a:solidFill>
          </a:ln>
        </p:spPr>
        <p:txBody>
          <a:bodyPr lIns="0" tIns="0" rIns="0" bIns="0" anchor="t">
            <a:noAutofit/>
          </a:bodyPr>
          <a:lstStyle/>
          <a:p>
            <a:pPr marL="465120" indent="-465120">
              <a:lnSpc>
                <a:spcPct val="100000"/>
              </a:lnSpc>
              <a:spcBef>
                <a:spcPts val="360"/>
              </a:spcBef>
              <a:buClr>
                <a:srgbClr val="0070C0"/>
              </a:buClr>
              <a:buFont typeface="Wingdings" charset="2"/>
              <a:buChar char=""/>
            </a:pPr>
            <a:r>
              <a:rPr lang="en-US" sz="1300" b="1" strike="noStrike" spc="-1">
                <a:solidFill>
                  <a:srgbClr val="000000"/>
                </a:solidFill>
                <a:latin typeface="Calibri"/>
                <a:ea typeface="DejaVu Sans"/>
              </a:rPr>
              <a:t>Palo Alto 2581 to 2587</a:t>
            </a:r>
            <a:endParaRPr lang="en-US" sz="1300" b="0" strike="noStrike" spc="-1">
              <a:latin typeface="Arial"/>
            </a:endParaRPr>
          </a:p>
          <a:p>
            <a:pPr marL="465120" indent="-465120">
              <a:lnSpc>
                <a:spcPct val="100000"/>
              </a:lnSpc>
              <a:spcBef>
                <a:spcPts val="360"/>
              </a:spcBef>
              <a:buClr>
                <a:srgbClr val="0070C0"/>
              </a:buClr>
              <a:buFont typeface="Wingdings" charset="2"/>
              <a:buChar char=""/>
            </a:pPr>
            <a:r>
              <a:rPr lang="en-US" sz="1300" b="0" strike="noStrike" spc="-1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lang="en-US" sz="13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buNone/>
            </a:pPr>
            <a:endParaRPr lang="en-US" sz="1300" b="0" strike="noStrike" spc="-1">
              <a:latin typeface="Arial"/>
            </a:endParaRPr>
          </a:p>
        </p:txBody>
      </p:sp>
      <p:sp>
        <p:nvSpPr>
          <p:cNvPr id="93" name="標題 4"/>
          <p:cNvSpPr/>
          <p:nvPr/>
        </p:nvSpPr>
        <p:spPr>
          <a:xfrm>
            <a:off x="0" y="723600"/>
            <a:ext cx="9124920" cy="324720"/>
          </a:xfrm>
          <a:prstGeom prst="rect">
            <a:avLst/>
          </a:prstGeom>
          <a:gradFill rotWithShape="0">
            <a:gsLst>
              <a:gs pos="0">
                <a:srgbClr val="00AFEF"/>
              </a:gs>
              <a:gs pos="100000">
                <a:srgbClr val="00688E"/>
              </a:gs>
            </a:gsLst>
            <a:lin ang="81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  <a:ea typeface="DejaVu Sans"/>
              </a:rPr>
              <a:t>https://www.hsinchu.gov.tw/cp.aspx?n=982&amp;s=263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sldNum" idx="10"/>
          </p:nvPr>
        </p:nvSpPr>
        <p:spPr>
          <a:xfrm>
            <a:off x="6553080" y="6356520"/>
            <a:ext cx="2098440" cy="329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C83ACF9-C690-4A22-A928-4DD9DEAA58E2}" type="slidenum">
              <a:rPr lang="en-US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2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fld id="{85B98A2D-A0AB-497E-912E-0872F80E272C}" type="datetime1">
              <a:rPr lang="en-US"/>
              <a:t>2/21/2026</a:t>
            </a:fld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E814A75-8B0B-9652-8EC9-612D0E524767}"/>
              </a:ext>
            </a:extLst>
          </p:cNvPr>
          <p:cNvSpPr/>
          <p:nvPr/>
        </p:nvSpPr>
        <p:spPr>
          <a:xfrm>
            <a:off x="5396089" y="2743200"/>
            <a:ext cx="45719" cy="257386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5E4FEC0-AFA7-BC23-A36E-B6A0AD8FEF2C}"/>
              </a:ext>
            </a:extLst>
          </p:cNvPr>
          <p:cNvSpPr/>
          <p:nvPr/>
        </p:nvSpPr>
        <p:spPr>
          <a:xfrm>
            <a:off x="3747911" y="4222044"/>
            <a:ext cx="982133" cy="103857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552DA1F-BE22-C81E-C2CF-E0A226FD2B69}"/>
              </a:ext>
            </a:extLst>
          </p:cNvPr>
          <p:cNvSpPr/>
          <p:nvPr/>
        </p:nvSpPr>
        <p:spPr>
          <a:xfrm>
            <a:off x="3668889" y="4334931"/>
            <a:ext cx="101600" cy="2370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DBE28D8-2646-35E5-F64D-07BF35438674}"/>
              </a:ext>
            </a:extLst>
          </p:cNvPr>
          <p:cNvSpPr/>
          <p:nvPr/>
        </p:nvSpPr>
        <p:spPr>
          <a:xfrm>
            <a:off x="3646309" y="4854225"/>
            <a:ext cx="124178" cy="2483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3149627-8053-BF86-00A6-176687266D9C}"/>
              </a:ext>
            </a:extLst>
          </p:cNvPr>
          <p:cNvSpPr/>
          <p:nvPr/>
        </p:nvSpPr>
        <p:spPr>
          <a:xfrm>
            <a:off x="5192888" y="2777068"/>
            <a:ext cx="191911" cy="252871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BFCFB59-A785-1374-6523-FE26223FB396}"/>
              </a:ext>
            </a:extLst>
          </p:cNvPr>
          <p:cNvSpPr/>
          <p:nvPr/>
        </p:nvSpPr>
        <p:spPr>
          <a:xfrm>
            <a:off x="5000978" y="2720622"/>
            <a:ext cx="203200" cy="261902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76C8672-817C-DBD0-BBB8-6472FD4B1D22}"/>
              </a:ext>
            </a:extLst>
          </p:cNvPr>
          <p:cNvSpPr/>
          <p:nvPr/>
        </p:nvSpPr>
        <p:spPr>
          <a:xfrm>
            <a:off x="4651018" y="4594576"/>
            <a:ext cx="158045" cy="19191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13DABAB-2905-D712-E228-5714CC9EAED0}"/>
              </a:ext>
            </a:extLst>
          </p:cNvPr>
          <p:cNvCxnSpPr>
            <a:cxnSpLocks/>
          </p:cNvCxnSpPr>
          <p:nvPr/>
        </p:nvCxnSpPr>
        <p:spPr>
          <a:xfrm>
            <a:off x="3239910" y="2799644"/>
            <a:ext cx="0" cy="2754489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AD86D6F2-75C2-67C0-6397-28BDCD10E3F7}"/>
              </a:ext>
            </a:extLst>
          </p:cNvPr>
          <p:cNvSpPr/>
          <p:nvPr/>
        </p:nvSpPr>
        <p:spPr>
          <a:xfrm>
            <a:off x="2709334" y="4165599"/>
            <a:ext cx="575733" cy="31608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 ft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A8B0864-113D-1C70-C683-ED8F955FBFA4}"/>
              </a:ext>
            </a:extLst>
          </p:cNvPr>
          <p:cNvSpPr/>
          <p:nvPr/>
        </p:nvSpPr>
        <p:spPr>
          <a:xfrm>
            <a:off x="5503334" y="3414889"/>
            <a:ext cx="575733" cy="31608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 ft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9BFB1FA0-0CDB-198C-24F1-839EFF8657F6}"/>
              </a:ext>
            </a:extLst>
          </p:cNvPr>
          <p:cNvCxnSpPr>
            <a:cxnSpLocks/>
          </p:cNvCxnSpPr>
          <p:nvPr/>
        </p:nvCxnSpPr>
        <p:spPr>
          <a:xfrm>
            <a:off x="5627511" y="2748845"/>
            <a:ext cx="0" cy="2590799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F9EDC04C-021C-1C1D-A870-0EC56C62F0C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316" y="1927156"/>
            <a:ext cx="1382812" cy="18433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AC7EA5-7BB0-BB8B-890A-3725783ABC9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688" y="4007029"/>
            <a:ext cx="1277351" cy="17027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7473227-F38C-F86E-853D-A83EE8FF262A}"/>
              </a:ext>
            </a:extLst>
          </p:cNvPr>
          <p:cNvSpPr/>
          <p:nvPr/>
        </p:nvSpPr>
        <p:spPr>
          <a:xfrm>
            <a:off x="366889" y="5819421"/>
            <a:ext cx="1292578" cy="31608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 ft (76”)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B54364-863A-7797-A2B6-FD2E21837573}"/>
              </a:ext>
            </a:extLst>
          </p:cNvPr>
          <p:cNvSpPr/>
          <p:nvPr/>
        </p:nvSpPr>
        <p:spPr>
          <a:xfrm>
            <a:off x="3476978" y="5305777"/>
            <a:ext cx="1941689" cy="19191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5D140A-1D3D-5F2C-9302-E12986EF4335}"/>
              </a:ext>
            </a:extLst>
          </p:cNvPr>
          <p:cNvSpPr/>
          <p:nvPr/>
        </p:nvSpPr>
        <p:spPr>
          <a:xfrm>
            <a:off x="3476979" y="1896533"/>
            <a:ext cx="169332" cy="155786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255E7A-FA3F-D17A-EA32-F36010D7B9BD}"/>
              </a:ext>
            </a:extLst>
          </p:cNvPr>
          <p:cNvSpPr/>
          <p:nvPr/>
        </p:nvSpPr>
        <p:spPr>
          <a:xfrm>
            <a:off x="3488266" y="2743200"/>
            <a:ext cx="191912" cy="27432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F9E80D-7915-146E-E1B7-83BEB754FF7D}"/>
              </a:ext>
            </a:extLst>
          </p:cNvPr>
          <p:cNvSpPr/>
          <p:nvPr/>
        </p:nvSpPr>
        <p:spPr>
          <a:xfrm>
            <a:off x="4769556" y="2726266"/>
            <a:ext cx="203200" cy="261902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BBBCC29-AE3C-7AD6-4031-D4A4968D8BFA}"/>
              </a:ext>
            </a:extLst>
          </p:cNvPr>
          <p:cNvSpPr/>
          <p:nvPr/>
        </p:nvSpPr>
        <p:spPr>
          <a:xfrm>
            <a:off x="3476978" y="2799644"/>
            <a:ext cx="1964267" cy="1467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61C1669-F190-749D-B1D9-DEB5FEFD539A}"/>
              </a:ext>
            </a:extLst>
          </p:cNvPr>
          <p:cNvSpPr/>
          <p:nvPr/>
        </p:nvSpPr>
        <p:spPr>
          <a:xfrm>
            <a:off x="6609646" y="2675467"/>
            <a:ext cx="220132" cy="274319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F112AD9-9085-034B-2434-78E9F92915DA}"/>
              </a:ext>
            </a:extLst>
          </p:cNvPr>
          <p:cNvSpPr/>
          <p:nvPr/>
        </p:nvSpPr>
        <p:spPr>
          <a:xfrm>
            <a:off x="3437468" y="5717821"/>
            <a:ext cx="1698977" cy="31608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Front View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D46979D-CA0B-1813-631D-87C2272F6EA1}"/>
              </a:ext>
            </a:extLst>
          </p:cNvPr>
          <p:cNvSpPr/>
          <p:nvPr/>
        </p:nvSpPr>
        <p:spPr>
          <a:xfrm>
            <a:off x="6502402" y="5689598"/>
            <a:ext cx="1698977" cy="31608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Side View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FE204D88-B304-273A-426D-AA46ADC26293}"/>
              </a:ext>
            </a:extLst>
          </p:cNvPr>
          <p:cNvSpPr/>
          <p:nvPr/>
        </p:nvSpPr>
        <p:spPr>
          <a:xfrm>
            <a:off x="4363157" y="1710266"/>
            <a:ext cx="1134533" cy="31608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Window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E47C392-5165-89C4-C63F-B9A3B5C7CED1}"/>
              </a:ext>
            </a:extLst>
          </p:cNvPr>
          <p:cNvSpPr/>
          <p:nvPr/>
        </p:nvSpPr>
        <p:spPr>
          <a:xfrm>
            <a:off x="6993466" y="1806224"/>
            <a:ext cx="1687690" cy="171591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07AAA703-1423-D0FA-1F75-B8168ED7F16A}"/>
              </a:ext>
            </a:extLst>
          </p:cNvPr>
          <p:cNvSpPr/>
          <p:nvPr/>
        </p:nvSpPr>
        <p:spPr>
          <a:xfrm>
            <a:off x="8985955" y="3217334"/>
            <a:ext cx="158045" cy="21336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E72B97D-D3D5-4364-8FA3-0938C7C26A73}"/>
              </a:ext>
            </a:extLst>
          </p:cNvPr>
          <p:cNvSpPr/>
          <p:nvPr/>
        </p:nvSpPr>
        <p:spPr>
          <a:xfrm>
            <a:off x="6677377" y="3651955"/>
            <a:ext cx="2466623" cy="2314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69A2478E-742D-5549-26A8-215F6A1CEF54}"/>
              </a:ext>
            </a:extLst>
          </p:cNvPr>
          <p:cNvSpPr/>
          <p:nvPr/>
        </p:nvSpPr>
        <p:spPr>
          <a:xfrm>
            <a:off x="6795911" y="5147734"/>
            <a:ext cx="2348089" cy="2483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731EB1B0-5AD3-F338-9021-7A663F0B7F54}"/>
              </a:ext>
            </a:extLst>
          </p:cNvPr>
          <p:cNvCxnSpPr>
            <a:cxnSpLocks/>
            <a:stCxn id="29" idx="1"/>
          </p:cNvCxnSpPr>
          <p:nvPr/>
        </p:nvCxnSpPr>
        <p:spPr>
          <a:xfrm flipH="1">
            <a:off x="5836356" y="4047067"/>
            <a:ext cx="773290" cy="20037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D078B4FA-EF01-CBEF-6A00-E67A505E3119}"/>
              </a:ext>
            </a:extLst>
          </p:cNvPr>
          <p:cNvSpPr/>
          <p:nvPr/>
        </p:nvSpPr>
        <p:spPr>
          <a:xfrm>
            <a:off x="5238045" y="5853287"/>
            <a:ext cx="1275646" cy="31608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4” x 4” x 8’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A96C3228-4FFC-9584-2FAF-F4238A999200}"/>
              </a:ext>
            </a:extLst>
          </p:cNvPr>
          <p:cNvCxnSpPr>
            <a:cxnSpLocks/>
          </p:cNvCxnSpPr>
          <p:nvPr/>
        </p:nvCxnSpPr>
        <p:spPr>
          <a:xfrm>
            <a:off x="4741334" y="5508978"/>
            <a:ext cx="914399" cy="406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CF9CE186-723D-2B96-F6E0-1EB85BCA8C88}"/>
              </a:ext>
            </a:extLst>
          </p:cNvPr>
          <p:cNvSpPr/>
          <p:nvPr/>
        </p:nvSpPr>
        <p:spPr>
          <a:xfrm>
            <a:off x="7061199" y="4334932"/>
            <a:ext cx="1275646" cy="31608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2” x 4” x 8’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DD51AB71-E1E5-247A-51B1-46D4E6E37814}"/>
              </a:ext>
            </a:extLst>
          </p:cNvPr>
          <p:cNvSpPr/>
          <p:nvPr/>
        </p:nvSpPr>
        <p:spPr>
          <a:xfrm>
            <a:off x="3550353" y="3629381"/>
            <a:ext cx="101600" cy="2370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03C3B081-63FE-C776-55E7-DB4BE8934DA9}"/>
              </a:ext>
            </a:extLst>
          </p:cNvPr>
          <p:cNvCxnSpPr>
            <a:cxnSpLocks/>
            <a:stCxn id="72" idx="2"/>
            <a:endCxn id="82" idx="0"/>
          </p:cNvCxnSpPr>
          <p:nvPr/>
        </p:nvCxnSpPr>
        <p:spPr>
          <a:xfrm flipH="1">
            <a:off x="7699022" y="3883378"/>
            <a:ext cx="211667" cy="4515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839719B-5F19-7507-870F-0BD4496FE306}"/>
              </a:ext>
            </a:extLst>
          </p:cNvPr>
          <p:cNvCxnSpPr>
            <a:cxnSpLocks/>
            <a:stCxn id="68" idx="3"/>
          </p:cNvCxnSpPr>
          <p:nvPr/>
        </p:nvCxnSpPr>
        <p:spPr>
          <a:xfrm>
            <a:off x="5497690" y="1868311"/>
            <a:ext cx="1422399" cy="6152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97F62F2-1FF5-9980-A6B9-F1476D6597B1}"/>
              </a:ext>
            </a:extLst>
          </p:cNvPr>
          <p:cNvCxnSpPr/>
          <p:nvPr/>
        </p:nvCxnSpPr>
        <p:spPr>
          <a:xfrm flipH="1">
            <a:off x="3601156" y="1964267"/>
            <a:ext cx="857955" cy="2822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7587B043-A26C-C632-E72A-E31E72CFF517}"/>
              </a:ext>
            </a:extLst>
          </p:cNvPr>
          <p:cNvSpPr/>
          <p:nvPr/>
        </p:nvSpPr>
        <p:spPr>
          <a:xfrm>
            <a:off x="5249331" y="3668892"/>
            <a:ext cx="101600" cy="2370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ED353DB-38DD-C560-3BFA-FD824A913DAC}"/>
              </a:ext>
            </a:extLst>
          </p:cNvPr>
          <p:cNvCxnSpPr>
            <a:cxnSpLocks/>
          </p:cNvCxnSpPr>
          <p:nvPr/>
        </p:nvCxnSpPr>
        <p:spPr>
          <a:xfrm>
            <a:off x="5362222" y="3759200"/>
            <a:ext cx="11514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A547A6E6-B96E-EB06-B32A-857A15E0E956}"/>
              </a:ext>
            </a:extLst>
          </p:cNvPr>
          <p:cNvCxnSpPr>
            <a:cxnSpLocks/>
          </p:cNvCxnSpPr>
          <p:nvPr/>
        </p:nvCxnSpPr>
        <p:spPr>
          <a:xfrm>
            <a:off x="3640667" y="3753555"/>
            <a:ext cx="3381022" cy="14844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0" y="2130480"/>
            <a:ext cx="9108720" cy="1434600"/>
          </a:xfrm>
          <a:prstGeom prst="rect">
            <a:avLst/>
          </a:prstGeom>
          <a:gradFill rotWithShape="0">
            <a:gsLst>
              <a:gs pos="0">
                <a:srgbClr val="00AFEF"/>
              </a:gs>
              <a:gs pos="100000">
                <a:srgbClr val="00688E"/>
              </a:gs>
            </a:gsLst>
            <a:lin ang="8100000"/>
          </a:gradFill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6000" b="1" strike="noStrike" spc="-1">
                <a:solidFill>
                  <a:srgbClr val="FFFF00"/>
                </a:solidFill>
                <a:latin typeface="Calibri"/>
                <a:ea typeface="DejaVu Sans"/>
              </a:rPr>
              <a:t>End</a:t>
            </a:r>
            <a:endParaRPr lang="en-US" sz="60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C0046081-7BE4-4C10-815F-4EB01DC1A714}" type="slidenum">
              <a:t>3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fld id="{D9E850A2-ABF5-4059-9BCE-B29DE6BE7EDD}" type="datetime1">
              <a:rPr lang="en-US"/>
              <a:t>2/21/2026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11277</TotalTime>
  <Words>81</Words>
  <Application>Microsoft Office PowerPoint</Application>
  <PresentationFormat>On-screen Show (4:3)</PresentationFormat>
  <Paragraphs>22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Calibri</vt:lpstr>
      <vt:lpstr>Symbol</vt:lpstr>
      <vt:lpstr>Times New Roman</vt:lpstr>
      <vt:lpstr>Wingdings</vt:lpstr>
      <vt:lpstr>Office Theme</vt:lpstr>
      <vt:lpstr>Office Theme</vt:lpstr>
      <vt:lpstr>001 Palo Alto 2581 - 2587</vt:lpstr>
      <vt:lpstr>001 Palo Alto 2581 - 2581</vt:lpstr>
      <vt:lpstr>End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 JS</dc:title>
  <dc:subject/>
  <dc:creator>USER</dc:creator>
  <dc:description/>
  <cp:lastModifiedBy>Peter Chen</cp:lastModifiedBy>
  <cp:revision>2441</cp:revision>
  <dcterms:created xsi:type="dcterms:W3CDTF">2018-09-28T16:40:41Z</dcterms:created>
  <dcterms:modified xsi:type="dcterms:W3CDTF">2026-02-21T16:55:34Z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</vt:r8>
  </property>
  <property fmtid="{D5CDD505-2E9C-101B-9397-08002B2CF9AE}" pid="3" name="PresentationFormat">
    <vt:lpwstr>On-screen Show (4:3)</vt:lpwstr>
  </property>
  <property fmtid="{D5CDD505-2E9C-101B-9397-08002B2CF9AE}" pid="4" name="Slides">
    <vt:r8>3</vt:r8>
  </property>
</Properties>
</file>