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</a:t>
            </a:r>
            <a:r>
              <a:rPr b="0" lang="en-US" sz="4400" spc="-1" strike="noStrike">
                <a:latin typeface="Arial"/>
              </a:rPr>
              <a:t>ic</a:t>
            </a:r>
            <a:r>
              <a:rPr b="0" lang="en-US" sz="4400" spc="-1" strike="noStrike">
                <a:latin typeface="Arial"/>
              </a:rPr>
              <a:t>k </a:t>
            </a:r>
            <a:r>
              <a:rPr b="0" lang="en-US" sz="4400" spc="-1" strike="noStrike">
                <a:latin typeface="Arial"/>
              </a:rPr>
              <a:t>to </a:t>
            </a:r>
            <a:r>
              <a:rPr b="0" lang="en-US" sz="4400" spc="-1" strike="noStrike">
                <a:latin typeface="Arial"/>
              </a:rPr>
              <a:t>m</a:t>
            </a:r>
            <a:r>
              <a:rPr b="0" lang="en-US" sz="4400" spc="-1" strike="noStrike">
                <a:latin typeface="Arial"/>
              </a:rPr>
              <a:t>o</a:t>
            </a:r>
            <a:r>
              <a:rPr b="0" lang="en-US" sz="4400" spc="-1" strike="noStrike">
                <a:latin typeface="Arial"/>
              </a:rPr>
              <a:t>v</a:t>
            </a:r>
            <a:r>
              <a:rPr b="0" lang="en-US" sz="4400" spc="-1" strike="noStrike">
                <a:latin typeface="Arial"/>
              </a:rPr>
              <a:t>e </a:t>
            </a:r>
            <a:r>
              <a:rPr b="0" lang="en-US" sz="4400" spc="-1" strike="noStrike">
                <a:latin typeface="Arial"/>
              </a:rPr>
              <a:t>th</a:t>
            </a:r>
            <a:r>
              <a:rPr b="0" lang="en-US" sz="4400" spc="-1" strike="noStrike">
                <a:latin typeface="Arial"/>
              </a:rPr>
              <a:t>e </a:t>
            </a:r>
            <a:r>
              <a:rPr b="0" lang="en-US" sz="4400" spc="-1" strike="noStrike">
                <a:latin typeface="Arial"/>
              </a:rPr>
              <a:t>sli</a:t>
            </a:r>
            <a:r>
              <a:rPr b="0" lang="en-US" sz="4400" spc="-1" strike="noStrike">
                <a:latin typeface="Arial"/>
              </a:rPr>
              <a:t>d</a:t>
            </a:r>
            <a:r>
              <a:rPr b="0" lang="en-US" sz="4400" spc="-1" strike="noStrike">
                <a:latin typeface="Arial"/>
              </a:rPr>
              <a:t>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</a:t>
            </a:r>
            <a:r>
              <a:rPr b="0" lang="en-US" sz="2000" spc="-1" strike="noStrike">
                <a:latin typeface="Arial"/>
              </a:rPr>
              <a:t>k </a:t>
            </a:r>
            <a:r>
              <a:rPr b="0" lang="en-US" sz="2000" spc="-1" strike="noStrike">
                <a:latin typeface="Arial"/>
              </a:rPr>
              <a:t>to </a:t>
            </a:r>
            <a:r>
              <a:rPr b="0" lang="en-US" sz="2000" spc="-1" strike="noStrike">
                <a:latin typeface="Arial"/>
              </a:rPr>
              <a:t>ed</a:t>
            </a:r>
            <a:r>
              <a:rPr b="0" lang="en-US" sz="2000" spc="-1" strike="noStrike">
                <a:latin typeface="Arial"/>
              </a:rPr>
              <a:t>it </a:t>
            </a:r>
            <a:r>
              <a:rPr b="0" lang="en-US" sz="2000" spc="-1" strike="noStrike">
                <a:latin typeface="Arial"/>
              </a:rPr>
              <a:t>th</a:t>
            </a:r>
            <a:r>
              <a:rPr b="0" lang="en-US" sz="2000" spc="-1" strike="noStrike">
                <a:latin typeface="Arial"/>
              </a:rPr>
              <a:t>e </a:t>
            </a:r>
            <a:r>
              <a:rPr b="0" lang="en-US" sz="2000" spc="-1" strike="noStrike">
                <a:latin typeface="Arial"/>
              </a:rPr>
              <a:t>no</a:t>
            </a:r>
            <a:r>
              <a:rPr b="0" lang="en-US" sz="2000" spc="-1" strike="noStrike">
                <a:latin typeface="Arial"/>
              </a:rPr>
              <a:t>te</a:t>
            </a:r>
            <a:r>
              <a:rPr b="0" lang="en-US" sz="2000" spc="-1" strike="noStrike">
                <a:latin typeface="Arial"/>
              </a:rPr>
              <a:t>s </a:t>
            </a:r>
            <a:r>
              <a:rPr b="0" lang="en-US" sz="2000" spc="-1" strike="noStrike">
                <a:latin typeface="Arial"/>
              </a:rPr>
              <a:t>for</a:t>
            </a:r>
            <a:r>
              <a:rPr b="0" lang="en-US" sz="2000" spc="-1" strike="noStrike">
                <a:latin typeface="Arial"/>
              </a:rPr>
              <a:t>m</a:t>
            </a:r>
            <a:r>
              <a:rPr b="0" lang="en-US" sz="2000" spc="-1" strike="noStrike">
                <a:latin typeface="Arial"/>
              </a:rPr>
              <a:t>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B0E4F4F2-0297-4938-900E-916F2681D1C0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34920" cy="339192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48960" cy="407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34360" cy="41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56EF1CA-F8A9-48BD-ACC9-0E91F9617B31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01709A-5613-4EAD-89E7-817E44DEB89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17D6C0-13AC-473D-ADD1-E84182DB833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A09874-8F9A-45DA-9538-982842B85F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6A62A4-5C8D-46EF-8D85-8D94089DC0C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F519C8-2805-4818-9DD5-9E36ECFF198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C3887D-BFA1-4816-B4A3-52CD80CA522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644274-D3F5-4E4B-9190-FA15181F1B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D279C0-6E84-4A7B-AE15-9E956386CD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77DD405-6DAD-44B0-A489-4F632973D4E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E730661-3DC7-4B74-AE07-2BB019A9D2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FBED34F-AD11-41B0-AF80-1BDCA8C8160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20ABCEC-1836-4790-94A3-9238388922E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B84C77-8FA5-4AD5-A2DC-729E2E3E8B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07A0933-7CE5-4A13-88DC-EBFFDBD6615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13C9752-AA34-4307-ACDF-A62304AF125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1544742-CD14-4D80-81C7-34F70824508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CC029D6-85EF-419D-AF3F-785088D1C8A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AFC1188-CC23-4DA9-A5DE-F79AF5CFE62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36CE6AF-6521-48D6-83F1-9080998485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FEA2139-52D0-4699-B486-03A009A796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F834D18-DD9F-442C-B962-02DAD299330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75FC4F5-B2E9-44B0-A85C-30E50FD2B87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7A1BD3D-1B05-42E1-9197-8F2A96A9862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2CEECAF-93BA-4FEA-A858-0C38078CB1C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5804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09628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CF566D8-A43F-4DD1-926D-4999D61A3C10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09628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</a:t>
            </a:r>
            <a:r>
              <a:rPr b="0" lang="en-US" sz="4400" spc="-1" strike="noStrike">
                <a:latin typeface="Arial"/>
              </a:rPr>
              <a:t>ic</a:t>
            </a:r>
            <a:r>
              <a:rPr b="0" lang="en-US" sz="4400" spc="-1" strike="noStrike">
                <a:latin typeface="Arial"/>
              </a:rPr>
              <a:t>k </a:t>
            </a:r>
            <a:r>
              <a:rPr b="0" lang="en-US" sz="4400" spc="-1" strike="noStrike">
                <a:latin typeface="Arial"/>
              </a:rPr>
              <a:t>to 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di</a:t>
            </a:r>
            <a:r>
              <a:rPr b="0" lang="en-US" sz="4400" spc="-1" strike="noStrike">
                <a:latin typeface="Arial"/>
              </a:rPr>
              <a:t>t </a:t>
            </a:r>
            <a:r>
              <a:rPr b="0" lang="en-US" sz="4400" spc="-1" strike="noStrike">
                <a:latin typeface="Arial"/>
              </a:rPr>
              <a:t>th</a:t>
            </a:r>
            <a:r>
              <a:rPr b="0" lang="en-US" sz="4400" spc="-1" strike="noStrike">
                <a:latin typeface="Arial"/>
              </a:rPr>
              <a:t>e </a:t>
            </a:r>
            <a:r>
              <a:rPr b="0" lang="en-US" sz="4400" spc="-1" strike="noStrike">
                <a:latin typeface="Arial"/>
              </a:rPr>
              <a:t>tit</a:t>
            </a:r>
            <a:r>
              <a:rPr b="0" lang="en-US" sz="4400" spc="-1" strike="noStrike">
                <a:latin typeface="Arial"/>
              </a:rPr>
              <a:t>le </a:t>
            </a:r>
            <a:r>
              <a:rPr b="0" lang="en-US" sz="4400" spc="-1" strike="noStrike">
                <a:latin typeface="Arial"/>
              </a:rPr>
              <a:t>te</a:t>
            </a:r>
            <a:r>
              <a:rPr b="0" lang="en-US" sz="4400" spc="-1" strike="noStrike">
                <a:latin typeface="Arial"/>
              </a:rPr>
              <a:t>xt </a:t>
            </a:r>
            <a:r>
              <a:rPr b="0" lang="en-US" sz="4400" spc="-1" strike="noStrike">
                <a:latin typeface="Arial"/>
              </a:rPr>
              <a:t>fo</a:t>
            </a:r>
            <a:r>
              <a:rPr b="0" lang="en-US" sz="4400" spc="-1" strike="noStrike">
                <a:latin typeface="Arial"/>
              </a:rPr>
              <a:t>r</a:t>
            </a:r>
            <a:r>
              <a:rPr b="0" lang="en-US" sz="4400" spc="-1" strike="noStrike">
                <a:latin typeface="Arial"/>
              </a:rPr>
              <a:t>m</a:t>
            </a:r>
            <a:r>
              <a:rPr b="0" lang="en-US" sz="4400" spc="-1" strike="noStrike">
                <a:latin typeface="Arial"/>
              </a:rPr>
              <a:t>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5804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09628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6328D1E-D17B-46F5-9EE1-D4321B086C3C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09628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26360" cy="1432440"/>
          </a:xfrm>
          <a:prstGeom prst="rect">
            <a:avLst/>
          </a:prstGeom>
          <a:solidFill>
            <a:srgbClr val="00b0f0"/>
          </a:soli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1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P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a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l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o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A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lt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o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2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5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8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1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-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2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5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8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7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371600" y="4563360"/>
            <a:ext cx="6363360" cy="65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Pete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r 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H. 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Ch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en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90" name="Picture 2" descr="Reinforcement learning - Wikipedia"/>
          <p:cNvPicPr/>
          <p:nvPr/>
        </p:nvPicPr>
        <p:blipFill>
          <a:blip r:embed="rId1"/>
          <a:stretch/>
        </p:blipFill>
        <p:spPr>
          <a:xfrm>
            <a:off x="4212000" y="3645000"/>
            <a:ext cx="904320" cy="87552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7B2584-0495-4091-91DC-E28B665FB9EE}" type="slidenum">
              <a:t>1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fld id="{17F7B04B-0A27-41F8-85CA-C58C439C6203}" type="datetime1">
              <a:rPr lang="en-US"/>
              <a:t>07/04/2026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0080" y="0"/>
            <a:ext cx="9125640" cy="727200"/>
          </a:xfrm>
          <a:prstGeom prst="rect">
            <a:avLst/>
          </a:prstGeom>
          <a:gradFill rotWithShape="0">
            <a:gsLst>
              <a:gs pos="0">
                <a:srgbClr val="bf0000"/>
              </a:gs>
              <a:gs pos="100000">
                <a:srgbClr val="710000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001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Palo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Alto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2581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-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2581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232200" y="1302120"/>
            <a:ext cx="2271600" cy="1896480"/>
          </a:xfrm>
          <a:prstGeom prst="rect">
            <a:avLst/>
          </a:prstGeom>
          <a:noFill/>
          <a:ln w="0">
            <a:solidFill>
              <a:srgbClr val="c00000"/>
            </a:solidFill>
          </a:ln>
        </p:spPr>
        <p:txBody>
          <a:bodyPr lIns="0" rIns="0" tIns="0" bIns="0" anchor="t">
            <a:noAutofit/>
          </a:bodyPr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P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l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o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l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o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5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1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o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5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7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5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1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: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o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r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g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0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-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b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c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k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: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3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x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x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6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5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3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,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9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7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: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o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r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g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0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-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b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c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k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(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4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x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x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6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5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5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: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h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d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3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-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f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e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t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b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a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c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k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(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6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x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x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8</a:t>
            </a: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300" spc="-1" strike="noStrike">
              <a:latin typeface="Arial"/>
            </a:endParaRPr>
          </a:p>
        </p:txBody>
      </p:sp>
      <p:sp>
        <p:nvSpPr>
          <p:cNvPr id="93" name="標題 4"/>
          <p:cNvSpPr/>
          <p:nvPr/>
        </p:nvSpPr>
        <p:spPr>
          <a:xfrm>
            <a:off x="0" y="723600"/>
            <a:ext cx="9122760" cy="32256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DejaVu Sans"/>
              </a:rPr>
              <a:t>https://www.hsinchu.gov.tw/cp.aspx?n=982&amp;s=263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10"/>
          </p:nvPr>
        </p:nvSpPr>
        <p:spPr>
          <a:xfrm>
            <a:off x="6553080" y="6356520"/>
            <a:ext cx="2096280" cy="32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B9E5613-E17C-4992-9613-A963B0B29B63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95" name="Rectangle 21"/>
          <p:cNvSpPr/>
          <p:nvPr/>
        </p:nvSpPr>
        <p:spPr>
          <a:xfrm>
            <a:off x="8161560" y="540504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6" name="Straight Arrow Connector 26"/>
          <p:cNvSpPr/>
          <p:nvPr/>
        </p:nvSpPr>
        <p:spPr>
          <a:xfrm flipV="1">
            <a:off x="8339760" y="5381280"/>
            <a:ext cx="361800" cy="1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7" name="Rectangle 76"/>
          <p:cNvSpPr/>
          <p:nvPr/>
        </p:nvSpPr>
        <p:spPr>
          <a:xfrm>
            <a:off x="5715000" y="1896480"/>
            <a:ext cx="2523960" cy="191700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Rectangle: Rounded Corners 86"/>
          <p:cNvSpPr/>
          <p:nvPr/>
        </p:nvSpPr>
        <p:spPr>
          <a:xfrm>
            <a:off x="4497480" y="4066200"/>
            <a:ext cx="508320" cy="96300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Car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9" name="Rectangle: Rounded Corners 87"/>
          <p:cNvSpPr/>
          <p:nvPr/>
        </p:nvSpPr>
        <p:spPr>
          <a:xfrm>
            <a:off x="5194800" y="3240000"/>
            <a:ext cx="2340360" cy="53424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Rectangle 88"/>
          <p:cNvSpPr/>
          <p:nvPr/>
        </p:nvSpPr>
        <p:spPr>
          <a:xfrm>
            <a:off x="7459920" y="2201400"/>
            <a:ext cx="1149480" cy="313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Carport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Rectangle 95"/>
          <p:cNvSpPr/>
          <p:nvPr/>
        </p:nvSpPr>
        <p:spPr>
          <a:xfrm>
            <a:off x="5226840" y="519840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19’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Straight Arrow Connector 107"/>
          <p:cNvSpPr/>
          <p:nvPr/>
        </p:nvSpPr>
        <p:spPr>
          <a:xfrm flipH="1">
            <a:off x="8609760" y="3804840"/>
            <a:ext cx="360" cy="5371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Rectangle 108"/>
          <p:cNvSpPr/>
          <p:nvPr/>
        </p:nvSpPr>
        <p:spPr>
          <a:xfrm>
            <a:off x="8134200" y="380484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4" name="Straight Arrow Connector 110"/>
          <p:cNvSpPr/>
          <p:nvPr/>
        </p:nvSpPr>
        <p:spPr>
          <a:xfrm>
            <a:off x="8619120" y="5012280"/>
            <a:ext cx="360" cy="5169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5" name="Rectangle 119"/>
          <p:cNvSpPr/>
          <p:nvPr/>
        </p:nvSpPr>
        <p:spPr>
          <a:xfrm>
            <a:off x="4628520" y="3838320"/>
            <a:ext cx="4073040" cy="166860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Straight Arrow Connector 124"/>
          <p:cNvSpPr/>
          <p:nvPr/>
        </p:nvSpPr>
        <p:spPr>
          <a:xfrm>
            <a:off x="8613360" y="4343400"/>
            <a:ext cx="360" cy="7232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Rectangle 125"/>
          <p:cNvSpPr/>
          <p:nvPr/>
        </p:nvSpPr>
        <p:spPr>
          <a:xfrm>
            <a:off x="8199000" y="446436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Straight Arrow Connector 130"/>
          <p:cNvSpPr/>
          <p:nvPr/>
        </p:nvSpPr>
        <p:spPr>
          <a:xfrm flipV="1">
            <a:off x="7769160" y="5377680"/>
            <a:ext cx="588960" cy="28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9" name="Rectangle 131"/>
          <p:cNvSpPr/>
          <p:nvPr/>
        </p:nvSpPr>
        <p:spPr>
          <a:xfrm>
            <a:off x="7841160" y="5357160"/>
            <a:ext cx="55584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Rectangle 135"/>
          <p:cNvSpPr/>
          <p:nvPr/>
        </p:nvSpPr>
        <p:spPr>
          <a:xfrm>
            <a:off x="4628520" y="5576760"/>
            <a:ext cx="3598920" cy="36504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(2585)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Rectangle 136"/>
          <p:cNvSpPr/>
          <p:nvPr/>
        </p:nvSpPr>
        <p:spPr>
          <a:xfrm>
            <a:off x="6183720" y="5997960"/>
            <a:ext cx="901080" cy="313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Rectangle 141"/>
          <p:cNvSpPr/>
          <p:nvPr/>
        </p:nvSpPr>
        <p:spPr>
          <a:xfrm>
            <a:off x="7653600" y="3946320"/>
            <a:ext cx="80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Rectangle 143"/>
          <p:cNvSpPr/>
          <p:nvPr/>
        </p:nvSpPr>
        <p:spPr>
          <a:xfrm>
            <a:off x="2562840" y="1159560"/>
            <a:ext cx="588960" cy="69408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4" name="Rectangle 144"/>
          <p:cNvSpPr/>
          <p:nvPr/>
        </p:nvSpPr>
        <p:spPr>
          <a:xfrm>
            <a:off x="2540520" y="120996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5" name="Straight Connector 148"/>
          <p:cNvSpPr/>
          <p:nvPr/>
        </p:nvSpPr>
        <p:spPr>
          <a:xfrm flipH="1" flipV="1">
            <a:off x="2726640" y="1843560"/>
            <a:ext cx="394920" cy="180720"/>
          </a:xfrm>
          <a:prstGeom prst="line">
            <a:avLst/>
          </a:prstGeom>
          <a:ln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6" name="Straight Arrow Connector 5"/>
          <p:cNvSpPr/>
          <p:nvPr/>
        </p:nvSpPr>
        <p:spPr>
          <a:xfrm>
            <a:off x="3297240" y="1179000"/>
            <a:ext cx="360" cy="684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Rectangle 6"/>
          <p:cNvSpPr/>
          <p:nvPr/>
        </p:nvSpPr>
        <p:spPr>
          <a:xfrm>
            <a:off x="3058200" y="125532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5’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8" name="Straight Arrow Connector 8"/>
          <p:cNvSpPr/>
          <p:nvPr/>
        </p:nvSpPr>
        <p:spPr>
          <a:xfrm>
            <a:off x="2575800" y="1962360"/>
            <a:ext cx="5997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9" name="Rectangle 9"/>
          <p:cNvSpPr/>
          <p:nvPr/>
        </p:nvSpPr>
        <p:spPr>
          <a:xfrm>
            <a:off x="2568600" y="191700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0" name="Rectangle: Rounded Corners 28"/>
          <p:cNvSpPr/>
          <p:nvPr/>
        </p:nvSpPr>
        <p:spPr>
          <a:xfrm>
            <a:off x="5194800" y="2624760"/>
            <a:ext cx="2283840" cy="53424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Rectangle: Rounded Corners 29"/>
          <p:cNvSpPr/>
          <p:nvPr/>
        </p:nvSpPr>
        <p:spPr>
          <a:xfrm>
            <a:off x="5194800" y="2031840"/>
            <a:ext cx="2261520" cy="53424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Rectangle 30"/>
          <p:cNvSpPr/>
          <p:nvPr/>
        </p:nvSpPr>
        <p:spPr>
          <a:xfrm>
            <a:off x="2562840" y="1143000"/>
            <a:ext cx="6579360" cy="571284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3" name="Straight Arrow Connector 64"/>
          <p:cNvSpPr/>
          <p:nvPr/>
        </p:nvSpPr>
        <p:spPr>
          <a:xfrm>
            <a:off x="4572000" y="6171840"/>
            <a:ext cx="42537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4" name="Rectangle 1"/>
          <p:cNvSpPr/>
          <p:nvPr/>
        </p:nvSpPr>
        <p:spPr>
          <a:xfrm>
            <a:off x="8703360" y="446436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5" name="Straight Arrow Connector 1"/>
          <p:cNvSpPr/>
          <p:nvPr/>
        </p:nvSpPr>
        <p:spPr>
          <a:xfrm>
            <a:off x="8804880" y="3886200"/>
            <a:ext cx="360" cy="15019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6" name="Rectangle 2"/>
          <p:cNvSpPr/>
          <p:nvPr/>
        </p:nvSpPr>
        <p:spPr>
          <a:xfrm>
            <a:off x="8134200" y="502920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5’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-1143000" y="3299760"/>
            <a:ext cx="4570200" cy="28706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Rectangle 10"/>
          <p:cNvSpPr/>
          <p:nvPr/>
        </p:nvSpPr>
        <p:spPr>
          <a:xfrm>
            <a:off x="-1086120" y="3528360"/>
            <a:ext cx="3598920" cy="50868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(2581 Alma)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9" name="Rectangle 7"/>
          <p:cNvSpPr/>
          <p:nvPr/>
        </p:nvSpPr>
        <p:spPr>
          <a:xfrm>
            <a:off x="2971800" y="4220640"/>
            <a:ext cx="461880" cy="92340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0" name="Rectangle 8"/>
          <p:cNvSpPr/>
          <p:nvPr/>
        </p:nvSpPr>
        <p:spPr>
          <a:xfrm>
            <a:off x="2063880" y="4825080"/>
            <a:ext cx="11718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 flipH="1">
            <a:off x="2521080" y="3992040"/>
            <a:ext cx="45720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"/>
          <p:cNvSpPr/>
          <p:nvPr/>
        </p:nvSpPr>
        <p:spPr>
          <a:xfrm flipH="1">
            <a:off x="2929680" y="3992040"/>
            <a:ext cx="457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Rectangle 11"/>
          <p:cNvSpPr/>
          <p:nvPr/>
        </p:nvSpPr>
        <p:spPr>
          <a:xfrm>
            <a:off x="3547440" y="434340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4" name="Straight Arrow Connector 2"/>
          <p:cNvSpPr/>
          <p:nvPr/>
        </p:nvSpPr>
        <p:spPr>
          <a:xfrm>
            <a:off x="3524760" y="4240440"/>
            <a:ext cx="20880" cy="9237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5" name="Straight Arrow Connector 4"/>
          <p:cNvSpPr/>
          <p:nvPr/>
        </p:nvSpPr>
        <p:spPr>
          <a:xfrm>
            <a:off x="2923560" y="5299920"/>
            <a:ext cx="50364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6" name="Rectangle 12"/>
          <p:cNvSpPr/>
          <p:nvPr/>
        </p:nvSpPr>
        <p:spPr>
          <a:xfrm>
            <a:off x="2808000" y="529056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7" name="Straight Arrow Connector 6"/>
          <p:cNvSpPr/>
          <p:nvPr/>
        </p:nvSpPr>
        <p:spPr>
          <a:xfrm>
            <a:off x="3524760" y="5284440"/>
            <a:ext cx="20880" cy="9237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8" name="Rectangle 13"/>
          <p:cNvSpPr/>
          <p:nvPr/>
        </p:nvSpPr>
        <p:spPr>
          <a:xfrm>
            <a:off x="3627000" y="548640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&gt; 16’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9" name="Straight Arrow Connector 89"/>
          <p:cNvSpPr/>
          <p:nvPr/>
        </p:nvSpPr>
        <p:spPr>
          <a:xfrm flipV="1">
            <a:off x="4673520" y="5377680"/>
            <a:ext cx="3095640" cy="1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0" name="Rectangle 3"/>
          <p:cNvSpPr/>
          <p:nvPr/>
        </p:nvSpPr>
        <p:spPr>
          <a:xfrm>
            <a:off x="3549600" y="1143000"/>
            <a:ext cx="563760" cy="69408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1" name="Rectangle 4"/>
          <p:cNvSpPr/>
          <p:nvPr/>
        </p:nvSpPr>
        <p:spPr>
          <a:xfrm>
            <a:off x="3488760" y="120492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2587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2" name="Straight Connector 1"/>
          <p:cNvSpPr/>
          <p:nvPr/>
        </p:nvSpPr>
        <p:spPr>
          <a:xfrm flipH="1" flipV="1">
            <a:off x="4754880" y="1838520"/>
            <a:ext cx="394920" cy="180720"/>
          </a:xfrm>
          <a:prstGeom prst="line">
            <a:avLst/>
          </a:prstGeom>
          <a:ln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3" name="Straight Arrow Connector 7"/>
          <p:cNvSpPr/>
          <p:nvPr/>
        </p:nvSpPr>
        <p:spPr>
          <a:xfrm>
            <a:off x="3560040" y="1957320"/>
            <a:ext cx="5997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4" name="Rectangle 14"/>
          <p:cNvSpPr/>
          <p:nvPr/>
        </p:nvSpPr>
        <p:spPr>
          <a:xfrm>
            <a:off x="3516840" y="191196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145" name=""/>
          <p:cNvGrpSpPr/>
          <p:nvPr/>
        </p:nvGrpSpPr>
        <p:grpSpPr>
          <a:xfrm>
            <a:off x="7795440" y="4258800"/>
            <a:ext cx="457560" cy="877320"/>
            <a:chOff x="7795440" y="4258800"/>
            <a:chExt cx="457560" cy="877320"/>
          </a:xfrm>
        </p:grpSpPr>
        <p:sp>
          <p:nvSpPr>
            <p:cNvPr id="146" name="Rectangle 118"/>
            <p:cNvSpPr/>
            <p:nvPr/>
          </p:nvSpPr>
          <p:spPr>
            <a:xfrm>
              <a:off x="7795440" y="4290840"/>
              <a:ext cx="454680" cy="809280"/>
            </a:xfrm>
            <a:prstGeom prst="rect">
              <a:avLst/>
            </a:prstGeom>
            <a:solidFill>
              <a:srgbClr val="4f81bd"/>
            </a:solidFill>
            <a:ln>
              <a:solidFill>
                <a:srgbClr val="22385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47" name=""/>
            <p:cNvSpPr/>
            <p:nvPr/>
          </p:nvSpPr>
          <p:spPr>
            <a:xfrm flipH="1">
              <a:off x="7795800" y="4523400"/>
              <a:ext cx="442440" cy="36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8" name=""/>
            <p:cNvSpPr/>
            <p:nvPr/>
          </p:nvSpPr>
          <p:spPr>
            <a:xfrm flipV="1">
              <a:off x="8250120" y="4258800"/>
              <a:ext cx="2880" cy="87732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9" name=""/>
            <p:cNvSpPr/>
            <p:nvPr/>
          </p:nvSpPr>
          <p:spPr>
            <a:xfrm flipH="1">
              <a:off x="7795800" y="4680000"/>
              <a:ext cx="457200" cy="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" name=""/>
            <p:cNvSpPr/>
            <p:nvPr/>
          </p:nvSpPr>
          <p:spPr>
            <a:xfrm flipH="1">
              <a:off x="7795800" y="4872600"/>
              <a:ext cx="442440" cy="36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" name=""/>
            <p:cNvSpPr/>
            <p:nvPr/>
          </p:nvSpPr>
          <p:spPr>
            <a:xfrm>
              <a:off x="7795440" y="5100120"/>
              <a:ext cx="419040" cy="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2" name=""/>
            <p:cNvSpPr/>
            <p:nvPr/>
          </p:nvSpPr>
          <p:spPr>
            <a:xfrm flipV="1">
              <a:off x="7795800" y="4290840"/>
              <a:ext cx="418680" cy="1692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3" name=""/>
            <p:cNvSpPr/>
            <p:nvPr/>
          </p:nvSpPr>
          <p:spPr>
            <a:xfrm flipV="1">
              <a:off x="7795440" y="4290480"/>
              <a:ext cx="360" cy="84564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54" name="Rectangle: Rounded Corners 1"/>
          <p:cNvSpPr/>
          <p:nvPr/>
        </p:nvSpPr>
        <p:spPr>
          <a:xfrm>
            <a:off x="5257800" y="4631400"/>
            <a:ext cx="2082960" cy="50580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55" name="Rectangle 5"/>
          <p:cNvSpPr/>
          <p:nvPr/>
        </p:nvSpPr>
        <p:spPr>
          <a:xfrm>
            <a:off x="6600600" y="5057640"/>
            <a:ext cx="71460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15’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56" name="Rectangle 15"/>
          <p:cNvSpPr/>
          <p:nvPr/>
        </p:nvSpPr>
        <p:spPr>
          <a:xfrm>
            <a:off x="4800600" y="5029200"/>
            <a:ext cx="426240" cy="3081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DejaVu Sans"/>
              </a:rPr>
              <a:t>6’</a:t>
            </a:r>
            <a:endParaRPr b="0" lang="en-US" sz="1300" spc="-1" strike="noStrike">
              <a:solidFill>
                <a:srgbClr val="000000"/>
              </a:solidFill>
              <a:highlight>
                <a:srgbClr val="ffffff"/>
              </a:highlight>
              <a:latin typeface="Arial"/>
            </a:endParaRPr>
          </a:p>
        </p:txBody>
      </p:sp>
      <p:sp>
        <p:nvSpPr>
          <p:cNvPr id="157" name="Rectangle: Rounded Corners 2"/>
          <p:cNvSpPr/>
          <p:nvPr/>
        </p:nvSpPr>
        <p:spPr>
          <a:xfrm>
            <a:off x="5257800" y="3994200"/>
            <a:ext cx="2082960" cy="50580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Car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DA0439B5-165F-45C9-9320-871AAC305D1C}" type="datetime1">
              <a:rPr lang="en-US"/>
              <a:t>07/04/2026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06560" cy="143244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6000" spc="-1" strike="noStrike">
                <a:solidFill>
                  <a:srgbClr val="ffff00"/>
                </a:solidFill>
                <a:latin typeface="Calibri"/>
                <a:ea typeface="DejaVu Sans"/>
              </a:rPr>
              <a:t>End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4807F0A-8CCF-4323-837B-EF13F64C343D}" type="slidenum">
              <a:t>3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1A931DE9-B7F5-4584-98E6-A5513E753BA4}" type="datetime1">
              <a:rPr lang="en-US"/>
              <a:t>07/04/2026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11417</TotalTime>
  <Application>LibreOffice/7.3.7.2$Linux_X86_64 LibreOffice_project/30$Build-2</Application>
  <AppVersion>15.0000</AppVersion>
  <Words>127</Words>
  <Paragraphs>33</Paragraphs>
  <Company>HOME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2018-09-28T16:40:41Z</dcterms:created>
  <dc:creator>USER</dc:creator>
  <dc:description/>
  <dc:language>en-US</dc:language>
  <cp:lastModifiedBy/>
  <dcterms:modified xsi:type="dcterms:W3CDTF">2026-07-04T20:56:57Z</dcterms:modified>
  <cp:revision>2498</cp:revision>
  <dc:subject/>
  <dc:title>Node JS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On-screen Show (4:3)</vt:lpwstr>
  </property>
  <property fmtid="{D5CDD505-2E9C-101B-9397-08002B2CF9AE}" pid="4" name="Slides">
    <vt:i4>3</vt:i4>
  </property>
</Properties>
</file>