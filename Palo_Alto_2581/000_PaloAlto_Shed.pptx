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6"/>
  </p:notes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5BE30FC3-8094-41C9-B634-B18F494F2D0D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37080" cy="339408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1120" cy="407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6520" cy="421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F206F3-0A23-4C5C-A4DD-7C85C96DE221}" type="slidenum">
              <a:rPr lang="en-US" sz="1200" b="0" strike="noStrike" spc="-1">
                <a:solidFill>
                  <a:srgbClr val="000000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D9BB429-1B88-4EDF-AE59-9D6BB2DCDC8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574235B-37F9-47BA-BA9C-7427152EB4D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C0AD704-BBD6-4C54-9AAC-8D70DA4CA6C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6A4FB05-0D56-4FCE-87DD-86CEA5A996F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A7620AB-1642-4FDA-A95D-9B490B4DD18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53A9BC7-D917-4DAB-87B7-BE3026E58D6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09A9598-2D26-4ED4-8DA2-B862EA6CAE0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619CEE9-5018-492F-8BEF-5DBFF0C1A39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FB158B-F92C-4354-AE73-8B83FEAA141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41448C8-E6CD-4099-B4BC-62D3EF4AF2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9E1116A-67FA-4E89-A6E9-1280A1A092B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CD77775-3C77-4225-8D25-232370CFC5C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BB7AF8-851D-42C3-8744-424CC3AB499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6E4DA98-BEF7-49E6-996C-C5D0846A44B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FE53191-ABE0-4AA8-BA7A-9871C227CC4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600AB6B-E924-4C6E-8D77-43163B0497C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99DE90E-B7FB-4977-B4F4-E24849E23F1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192FB94-499E-43BB-A691-0DB2F004D24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694A157-0B29-4B47-AD00-A6165C6760C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D88CC2D-5198-4E8B-9938-9FB814F2A23D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78C5F74-A826-462F-87BD-7FAEEF4FB79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2E125011-20FC-4768-B40A-AE2C97B0D08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84E9863-1275-42B2-B78B-6AFFFE07001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FF891C3-A223-464E-B8B6-802E77C731E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EE8ADFB-F970-4FAE-9AD7-73E438E3CFC8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6020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lang="en-US" sz="1400" b="0" strike="noStrike" spc="-1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71114A-BFFC-437B-A9D5-6040C2D4A83C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8520" cy="143460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5520" cy="65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strike="noStrike" spc="-1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lang="en-US" sz="3200" b="0" strike="noStrike" spc="-1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3"/>
          <a:stretch/>
        </p:blipFill>
        <p:spPr>
          <a:xfrm>
            <a:off x="4212000" y="3645000"/>
            <a:ext cx="906480" cy="8776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6895BAA-7ECA-47E7-A469-7D3F41C61957}" type="slidenum">
              <a:rPr/>
              <a:t>1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fld id="{C86E80A2-4B26-42D2-903A-CE8F0862CAB8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7800" cy="72936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4200" b="1" strike="noStrike" spc="-1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lang="en-US" sz="4200" b="0" strike="noStrike" spc="-1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199" y="1302119"/>
            <a:ext cx="2273933" cy="1587837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tIns="0" rIns="0" bIns="0" anchor="t">
            <a:noAutofit/>
          </a:bodyPr>
          <a:lstStyle/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1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lang="en-US" sz="1300" b="0" strike="noStrike" spc="-1" dirty="0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b="0" strike="noStrike" spc="-1" dirty="0">
                <a:solidFill>
                  <a:srgbClr val="000000"/>
                </a:solidFill>
                <a:latin typeface="Calibri"/>
                <a:ea typeface="DejaVu Sans"/>
              </a:rPr>
              <a:t>2585: Palo Alto city rule, 0-setback: 3 x 8 x 6 feet </a:t>
            </a: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lang="en-US" sz="1300" spc="-1" dirty="0">
                <a:solidFill>
                  <a:srgbClr val="000000"/>
                </a:solidFill>
                <a:latin typeface="Calibri"/>
              </a:rPr>
              <a:t>2581 (6 x 6 x 8), 2583 (6 x 4 x 8): Palo alto city rule,  shed with 3-feet setback to fence and building.</a:t>
            </a:r>
            <a:endParaRPr lang="en-US" sz="13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  <a:buNone/>
            </a:pPr>
            <a:endParaRPr lang="en-US" sz="1300" b="0" strike="noStrike" spc="-1" dirty="0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4920" cy="32472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8440" cy="32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83ACF9-C690-4A22-A928-4DD9DEAA58E2}" type="slidenum">
              <a:rPr lang="en-US" sz="1200" b="0" strike="noStrike" spc="-1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85B98A2D-A0AB-497E-912E-0872F80E272C}" type="datetime1">
              <a:rPr lang="en-US"/>
              <a:t>5/27/2026</a:t>
            </a:fld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3508A2-0EDF-5B4B-DA32-5051FC6F8452}"/>
              </a:ext>
            </a:extLst>
          </p:cNvPr>
          <p:cNvSpPr/>
          <p:nvPr/>
        </p:nvSpPr>
        <p:spPr>
          <a:xfrm>
            <a:off x="8088492" y="5079999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4B0B9D8-69D6-1004-4528-A2EF19D3BEAA}"/>
              </a:ext>
            </a:extLst>
          </p:cNvPr>
          <p:cNvCxnSpPr>
            <a:cxnSpLocks/>
          </p:cNvCxnSpPr>
          <p:nvPr/>
        </p:nvCxnSpPr>
        <p:spPr>
          <a:xfrm>
            <a:off x="8477956" y="5384801"/>
            <a:ext cx="4402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B63EB16B-CBB0-B5FA-7093-FB622DAEC4AE}"/>
              </a:ext>
            </a:extLst>
          </p:cNvPr>
          <p:cNvSpPr/>
          <p:nvPr/>
        </p:nvSpPr>
        <p:spPr>
          <a:xfrm>
            <a:off x="4628444" y="1896533"/>
            <a:ext cx="3612445" cy="19191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FEBD5468-351B-BDE3-3A62-D58878BC71F5}"/>
              </a:ext>
            </a:extLst>
          </p:cNvPr>
          <p:cNvSpPr/>
          <p:nvPr/>
        </p:nvSpPr>
        <p:spPr>
          <a:xfrm>
            <a:off x="4775200" y="4368800"/>
            <a:ext cx="2111022" cy="508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2585 Car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F703A463-1E3E-4564-9452-18C65361D7F1}"/>
              </a:ext>
            </a:extLst>
          </p:cNvPr>
          <p:cNvSpPr/>
          <p:nvPr/>
        </p:nvSpPr>
        <p:spPr>
          <a:xfrm>
            <a:off x="3996264" y="3239911"/>
            <a:ext cx="2460979" cy="536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2581 Car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876B242-8E76-B102-7DC4-E5F4D201B494}"/>
              </a:ext>
            </a:extLst>
          </p:cNvPr>
          <p:cNvSpPr/>
          <p:nvPr/>
        </p:nvSpPr>
        <p:spPr>
          <a:xfrm>
            <a:off x="6920091" y="2201332"/>
            <a:ext cx="1151464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Carport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5DCE287-432A-A49A-F0B3-D2657C3B9BA8}"/>
              </a:ext>
            </a:extLst>
          </p:cNvPr>
          <p:cNvCxnSpPr>
            <a:cxnSpLocks/>
          </p:cNvCxnSpPr>
          <p:nvPr/>
        </p:nvCxnSpPr>
        <p:spPr>
          <a:xfrm>
            <a:off x="4673600" y="5379160"/>
            <a:ext cx="24835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3F15996E-7B8E-21DF-CB98-7E95167AAC79}"/>
              </a:ext>
            </a:extLst>
          </p:cNvPr>
          <p:cNvSpPr/>
          <p:nvPr/>
        </p:nvSpPr>
        <p:spPr>
          <a:xfrm>
            <a:off x="5226759" y="5198537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17’</a:t>
            </a:r>
            <a:r>
              <a:rPr lang="en-US" dirty="0"/>
              <a:t>’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D2E554E-3816-B2BB-11A1-515A054FDB3E}"/>
              </a:ext>
            </a:extLst>
          </p:cNvPr>
          <p:cNvCxnSpPr>
            <a:cxnSpLocks/>
          </p:cNvCxnSpPr>
          <p:nvPr/>
        </p:nvCxnSpPr>
        <p:spPr>
          <a:xfrm>
            <a:off x="8636000" y="3838229"/>
            <a:ext cx="0" cy="3048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EA788C9-5822-67FD-094A-C0F3ECFC420A}"/>
              </a:ext>
            </a:extLst>
          </p:cNvPr>
          <p:cNvSpPr/>
          <p:nvPr/>
        </p:nvSpPr>
        <p:spPr>
          <a:xfrm>
            <a:off x="8065914" y="382129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E56863B-2C94-1CBF-2E0E-536E7D543647}"/>
              </a:ext>
            </a:extLst>
          </p:cNvPr>
          <p:cNvCxnSpPr>
            <a:cxnSpLocks/>
          </p:cNvCxnSpPr>
          <p:nvPr/>
        </p:nvCxnSpPr>
        <p:spPr>
          <a:xfrm>
            <a:off x="8619065" y="5012267"/>
            <a:ext cx="0" cy="5192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76411BCA-C774-3587-A016-32042103CE8B}"/>
              </a:ext>
            </a:extLst>
          </p:cNvPr>
          <p:cNvSpPr/>
          <p:nvPr/>
        </p:nvSpPr>
        <p:spPr>
          <a:xfrm>
            <a:off x="7258757" y="4097870"/>
            <a:ext cx="1004711" cy="451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94184EB5-739B-6A4F-D6E4-DABD23E4B4C0}"/>
              </a:ext>
            </a:extLst>
          </p:cNvPr>
          <p:cNvSpPr/>
          <p:nvPr/>
        </p:nvSpPr>
        <p:spPr>
          <a:xfrm>
            <a:off x="7270045" y="4526845"/>
            <a:ext cx="982133" cy="7224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9DAE32CC-4412-FDAE-82A7-1273F94FD0EA}"/>
              </a:ext>
            </a:extLst>
          </p:cNvPr>
          <p:cNvSpPr/>
          <p:nvPr/>
        </p:nvSpPr>
        <p:spPr>
          <a:xfrm>
            <a:off x="4628444" y="3838221"/>
            <a:ext cx="4075289" cy="1670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F70C7334-7C96-5838-2965-04F683316456}"/>
              </a:ext>
            </a:extLst>
          </p:cNvPr>
          <p:cNvCxnSpPr>
            <a:cxnSpLocks/>
          </p:cNvCxnSpPr>
          <p:nvPr/>
        </p:nvCxnSpPr>
        <p:spPr>
          <a:xfrm>
            <a:off x="8607781" y="4018844"/>
            <a:ext cx="0" cy="3951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EB644D4-1B7D-9594-5182-848C80D93C57}"/>
              </a:ext>
            </a:extLst>
          </p:cNvPr>
          <p:cNvSpPr/>
          <p:nvPr/>
        </p:nvSpPr>
        <p:spPr>
          <a:xfrm>
            <a:off x="8065917" y="4154313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4’</a:t>
            </a:r>
            <a:r>
              <a:rPr lang="en-US" dirty="0"/>
              <a:t>’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A50EBD1F-6421-94B0-9A04-1C6E0CA337C8}"/>
              </a:ext>
            </a:extLst>
          </p:cNvPr>
          <p:cNvCxnSpPr>
            <a:cxnSpLocks/>
          </p:cNvCxnSpPr>
          <p:nvPr/>
        </p:nvCxnSpPr>
        <p:spPr>
          <a:xfrm>
            <a:off x="8613424" y="4560711"/>
            <a:ext cx="0" cy="508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4D37148-89FC-C602-4EA8-581A41BD46A7}"/>
              </a:ext>
            </a:extLst>
          </p:cNvPr>
          <p:cNvSpPr/>
          <p:nvPr/>
        </p:nvSpPr>
        <p:spPr>
          <a:xfrm>
            <a:off x="8161872" y="472440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9BBDCC15-1516-53BB-2F35-26C34FD21618}"/>
              </a:ext>
            </a:extLst>
          </p:cNvPr>
          <p:cNvCxnSpPr>
            <a:cxnSpLocks/>
          </p:cNvCxnSpPr>
          <p:nvPr/>
        </p:nvCxnSpPr>
        <p:spPr>
          <a:xfrm flipV="1">
            <a:off x="7224889" y="5381976"/>
            <a:ext cx="1027290" cy="2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011628A-1D2B-BB27-D499-226680F9598D}"/>
              </a:ext>
            </a:extLst>
          </p:cNvPr>
          <p:cNvSpPr/>
          <p:nvPr/>
        </p:nvSpPr>
        <p:spPr>
          <a:xfrm>
            <a:off x="7445026" y="5260621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6’</a:t>
            </a:r>
            <a:r>
              <a:rPr lang="en-US" dirty="0"/>
              <a:t>’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48D596E-FC5B-3182-14E0-14636B763523}"/>
              </a:ext>
            </a:extLst>
          </p:cNvPr>
          <p:cNvSpPr/>
          <p:nvPr/>
        </p:nvSpPr>
        <p:spPr>
          <a:xfrm>
            <a:off x="4617156" y="5576711"/>
            <a:ext cx="3601155" cy="11966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Main Building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5D8D79D-6512-7EF7-CB10-15DA58044447}"/>
              </a:ext>
            </a:extLst>
          </p:cNvPr>
          <p:cNvSpPr/>
          <p:nvPr/>
        </p:nvSpPr>
        <p:spPr>
          <a:xfrm>
            <a:off x="6197603" y="5678314"/>
            <a:ext cx="903111" cy="3160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26’</a:t>
            </a:r>
            <a:r>
              <a:rPr lang="en-US" dirty="0"/>
              <a:t>’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63CF27F1-8EFB-BF63-C85C-C8A30DE9B3FB}"/>
              </a:ext>
            </a:extLst>
          </p:cNvPr>
          <p:cNvSpPr/>
          <p:nvPr/>
        </p:nvSpPr>
        <p:spPr>
          <a:xfrm>
            <a:off x="7343426" y="4617153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2581</a:t>
            </a:r>
            <a:endParaRPr lang="en-US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A6F06832-B5C7-2B8C-D9C1-2FF1BA64FC17}"/>
              </a:ext>
            </a:extLst>
          </p:cNvPr>
          <p:cNvSpPr/>
          <p:nvPr/>
        </p:nvSpPr>
        <p:spPr>
          <a:xfrm>
            <a:off x="7371650" y="4159956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2583</a:t>
            </a:r>
            <a:endParaRPr lang="en-US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0D75067-3D2D-3D98-AA6F-F78F902A12E1}"/>
              </a:ext>
            </a:extLst>
          </p:cNvPr>
          <p:cNvSpPr/>
          <p:nvPr/>
        </p:nvSpPr>
        <p:spPr>
          <a:xfrm>
            <a:off x="2709334" y="1111954"/>
            <a:ext cx="1428045" cy="4684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A957388-4A00-3C26-60A3-444061CAD976}"/>
              </a:ext>
            </a:extLst>
          </p:cNvPr>
          <p:cNvSpPr/>
          <p:nvPr/>
        </p:nvSpPr>
        <p:spPr>
          <a:xfrm>
            <a:off x="3008494" y="1174039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2585</a:t>
            </a:r>
            <a:endParaRPr lang="en-US" dirty="0"/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3819469-2C83-1947-15A3-4AD80758B68D}"/>
              </a:ext>
            </a:extLst>
          </p:cNvPr>
          <p:cNvCxnSpPr/>
          <p:nvPr/>
        </p:nvCxnSpPr>
        <p:spPr>
          <a:xfrm flipH="1" flipV="1">
            <a:off x="3194756" y="1591733"/>
            <a:ext cx="395111" cy="1806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3EF7AF-3D5D-04B6-178A-DAD1441D084A}"/>
              </a:ext>
            </a:extLst>
          </p:cNvPr>
          <p:cNvCxnSpPr>
            <a:cxnSpLocks/>
          </p:cNvCxnSpPr>
          <p:nvPr/>
        </p:nvCxnSpPr>
        <p:spPr>
          <a:xfrm>
            <a:off x="4346225" y="1061155"/>
            <a:ext cx="0" cy="5588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F021B68-C4AB-285B-D497-12323F574D3A}"/>
              </a:ext>
            </a:extLst>
          </p:cNvPr>
          <p:cNvSpPr/>
          <p:nvPr/>
        </p:nvSpPr>
        <p:spPr>
          <a:xfrm>
            <a:off x="4222050" y="1168397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3’</a:t>
            </a:r>
            <a:r>
              <a:rPr lang="en-US" dirty="0"/>
              <a:t>’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1181159-4BD8-604D-5C5C-3A5BF2E2F49D}"/>
              </a:ext>
            </a:extLst>
          </p:cNvPr>
          <p:cNvCxnSpPr>
            <a:cxnSpLocks/>
          </p:cNvCxnSpPr>
          <p:nvPr/>
        </p:nvCxnSpPr>
        <p:spPr>
          <a:xfrm>
            <a:off x="2827866" y="1710262"/>
            <a:ext cx="12417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5FC570A-88E5-7559-3C80-4C1247A48E40}"/>
              </a:ext>
            </a:extLst>
          </p:cNvPr>
          <p:cNvSpPr/>
          <p:nvPr/>
        </p:nvSpPr>
        <p:spPr>
          <a:xfrm>
            <a:off x="3036714" y="1665107"/>
            <a:ext cx="716842" cy="3104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US" dirty="0">
                <a:solidFill>
                  <a:schemeClr val="tx1"/>
                </a:solidFill>
              </a:rPr>
              <a:t>8’</a:t>
            </a:r>
            <a:r>
              <a:rPr lang="en-US" dirty="0"/>
              <a:t>’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1F6EBD8-CF5B-3B12-3153-D18CF69F4202}"/>
              </a:ext>
            </a:extLst>
          </p:cNvPr>
          <p:cNvSpPr/>
          <p:nvPr/>
        </p:nvSpPr>
        <p:spPr>
          <a:xfrm>
            <a:off x="3990620" y="2624666"/>
            <a:ext cx="2410179" cy="536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2583 Car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B52CFD6-7CD9-3ABF-27A5-913B512FFBB5}"/>
              </a:ext>
            </a:extLst>
          </p:cNvPr>
          <p:cNvSpPr/>
          <p:nvPr/>
        </p:nvSpPr>
        <p:spPr>
          <a:xfrm>
            <a:off x="3962398" y="2032000"/>
            <a:ext cx="2415823" cy="536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2585 Car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4B32CF-C037-A31B-98CA-5F6B3BC5B605}"/>
              </a:ext>
            </a:extLst>
          </p:cNvPr>
          <p:cNvSpPr/>
          <p:nvPr/>
        </p:nvSpPr>
        <p:spPr>
          <a:xfrm>
            <a:off x="2562578" y="1027288"/>
            <a:ext cx="6581422" cy="583071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8FFDE05-5BD7-0422-0427-9855D7B84AE9}"/>
              </a:ext>
            </a:extLst>
          </p:cNvPr>
          <p:cNvCxnSpPr>
            <a:cxnSpLocks/>
          </p:cNvCxnSpPr>
          <p:nvPr/>
        </p:nvCxnSpPr>
        <p:spPr>
          <a:xfrm>
            <a:off x="4651023" y="5813778"/>
            <a:ext cx="42559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8720" cy="14346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6000" b="1" strike="noStrike" spc="-1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C0046081-7BE4-4C10-815F-4EB01DC1A714}" type="slidenum">
              <a:rPr/>
              <a:t>3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fld id="{D9E850A2-ABF5-4059-9BCE-B29DE6BE7EDD}" type="datetime1">
              <a:rPr lang="en-US"/>
              <a:t>5/27/2026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11351</TotalTime>
  <Words>127</Words>
  <Application>Microsoft Office PowerPoint</Application>
  <PresentationFormat>On-screen Show (4:3)</PresentationFormat>
  <Paragraphs>33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Symbol</vt:lpstr>
      <vt:lpstr>Times New Roman</vt:lpstr>
      <vt:lpstr>Wingdings</vt:lpstr>
      <vt:lpstr>Office Theme</vt:lpstr>
      <vt:lpstr>Office Theme</vt:lpstr>
      <vt:lpstr>001 Palo Alto 2581 - 2587</vt:lpstr>
      <vt:lpstr>001 Palo Alto 2581 - 2581</vt:lpstr>
      <vt:lpstr>End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subject/>
  <dc:creator>USER</dc:creator>
  <dc:description/>
  <cp:lastModifiedBy>Peter Chen</cp:lastModifiedBy>
  <cp:revision>2467</cp:revision>
  <dcterms:created xsi:type="dcterms:W3CDTF">2018-09-28T16:40:41Z</dcterms:created>
  <dcterms:modified xsi:type="dcterms:W3CDTF">2026-05-28T05:14:49Z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On-screen Show (4:3)</vt:lpwstr>
  </property>
  <property fmtid="{D5CDD505-2E9C-101B-9397-08002B2CF9AE}" pid="4" name="Slides">
    <vt:r8>3</vt:r8>
  </property>
</Properties>
</file>