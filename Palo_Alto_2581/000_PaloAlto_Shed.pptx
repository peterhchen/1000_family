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C6683D54-AF19-4FE0-AEA7-DD0CB9E40CAA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35280" cy="339228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49320" cy="407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34720" cy="42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3955D52-4603-4F09-A624-82AFC3C4559B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441034-0930-4168-BDCC-348BE4A7FB3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EC4B584-E593-4B7B-B0BE-5DBB8CEF65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C0852EB-5F20-4A44-9B2F-147AB8BB2AA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61E328-87CF-4835-A425-11D7A2002F4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7D886D-B939-481E-A013-F978F70A2C9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D1BC86F-2036-4428-A807-EE37ACAD59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2DE624-6C48-40E6-A0E0-0C1E1E5853C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F34ABA5-950C-4226-9A77-6C4703AAA6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A7DDD80-AFA5-41E1-B6E3-E6BAE02C295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08F022-7C20-4381-8ECC-CFA9D297C6A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06CB80-866A-456A-B381-52F4BD70C38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EC6B2BA-79D6-4D75-A5D8-E0530D34D86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08F632B-D42E-4A07-8562-179FA293D49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8DAE5A2-265E-4C5F-821A-10334304F5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173788D-FE19-4011-8E79-D709FC4202A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EA69BE5-3CF2-47AF-B664-B9E34595ED5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8976FF4-DB4E-45CC-9FF8-BB2B68916D3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F260500-E8F0-4385-809B-E96662F8E47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13195C4-D0A6-4DF5-9966-07B27EDBBFD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0E34EC3-F30D-44AF-8045-52C0E71A74A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8CF49A0-AB32-4FDC-AEA4-55A9BA4CE6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340931F-1EA6-4DD6-AE3D-C27FBFE04CA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6D78422-C79E-4A07-96BF-DEAB28DA9A5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22E2A00-E1A3-4E65-AF90-F72D80FD187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58400" cy="32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096640" cy="32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8130B80-24EA-479E-B162-543C2581C450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096640" cy="32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58400" cy="32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096640" cy="32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4417EB1-4DF8-414D-BC09-C55FE125EFC3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096640" cy="32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26720" cy="1432800"/>
          </a:xfrm>
          <a:prstGeom prst="rect">
            <a:avLst/>
          </a:prstGeom>
          <a:solidFill>
            <a:srgbClr val="00b0f0"/>
          </a:soli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001 Palo Alto 2581 - 2587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1371600" y="4563360"/>
            <a:ext cx="6363720" cy="65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-228600"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Peter H. Chen</a:t>
            </a:r>
            <a:endParaRPr b="0" lang="en-US" sz="3200" spc="-1" strike="noStrike">
              <a:latin typeface="Arial"/>
            </a:endParaRPr>
          </a:p>
        </p:txBody>
      </p:sp>
      <p:pic>
        <p:nvPicPr>
          <p:cNvPr id="90" name="Picture 2" descr="Reinforcement learning - Wikipedia"/>
          <p:cNvPicPr/>
          <p:nvPr/>
        </p:nvPicPr>
        <p:blipFill>
          <a:blip r:embed="rId1"/>
          <a:stretch/>
        </p:blipFill>
        <p:spPr>
          <a:xfrm>
            <a:off x="4212000" y="3645000"/>
            <a:ext cx="904680" cy="8758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636E0E5-9925-4C9D-B7BF-6F46E30A4CA2}" type="slidenum">
              <a:t>1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fld id="{05B9CCED-0726-4E58-B886-154822F0DD44}" type="datetime1">
              <a:rPr lang="en-US"/>
              <a:t>06/04/2026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0080" y="0"/>
            <a:ext cx="9126000" cy="727560"/>
          </a:xfrm>
          <a:prstGeom prst="rect">
            <a:avLst/>
          </a:prstGeom>
          <a:gradFill rotWithShape="0">
            <a:gsLst>
              <a:gs pos="0">
                <a:srgbClr val="bf0000"/>
              </a:gs>
              <a:gs pos="100000">
                <a:srgbClr val="710000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001 Palo Alto 2581 - 2581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232200" y="1302120"/>
            <a:ext cx="2271960" cy="1896840"/>
          </a:xfrm>
          <a:prstGeom prst="rect">
            <a:avLst/>
          </a:prstGeom>
          <a:noFill/>
          <a:ln w="0">
            <a:solidFill>
              <a:srgbClr val="c00000"/>
            </a:solidFill>
          </a:ln>
        </p:spPr>
        <p:txBody>
          <a:bodyPr lIns="0" rIns="0" tIns="0" bIns="0" anchor="t">
            <a:noAutofit/>
          </a:bodyPr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Palo Alto 2581 to 2587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2581: storage 0-setback: 3 x 8 x 6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2583, 2987: storage 0-setback (4 x 8 x 6)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2585: Shed 3-feet setback (6 x 8 x 8)</a:t>
            </a:r>
            <a:endParaRPr b="0" lang="en-US" sz="1300" spc="-1" strike="noStrike"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300" spc="-1" strike="noStrike">
              <a:latin typeface="Arial"/>
            </a:endParaRPr>
          </a:p>
        </p:txBody>
      </p:sp>
      <p:sp>
        <p:nvSpPr>
          <p:cNvPr id="93" name="標題 4"/>
          <p:cNvSpPr/>
          <p:nvPr/>
        </p:nvSpPr>
        <p:spPr>
          <a:xfrm>
            <a:off x="0" y="723600"/>
            <a:ext cx="9123120" cy="32292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DejaVu Sans"/>
              </a:rPr>
              <a:t>https://www.hsinchu.gov.tw/cp.aspx?n=982&amp;s=263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10"/>
          </p:nvPr>
        </p:nvSpPr>
        <p:spPr>
          <a:xfrm>
            <a:off x="6553080" y="6356520"/>
            <a:ext cx="2096640" cy="32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310709C-5AFC-4BCE-9472-2D3B067C0721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2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95" name="Rectangle 21"/>
          <p:cNvSpPr/>
          <p:nvPr/>
        </p:nvSpPr>
        <p:spPr>
          <a:xfrm>
            <a:off x="8161560" y="5405040"/>
            <a:ext cx="71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6" name="Straight Arrow Connector 26"/>
          <p:cNvSpPr/>
          <p:nvPr/>
        </p:nvSpPr>
        <p:spPr>
          <a:xfrm flipV="1">
            <a:off x="8035200" y="5382000"/>
            <a:ext cx="701280" cy="1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7" name="Rectangle 76"/>
          <p:cNvSpPr/>
          <p:nvPr/>
        </p:nvSpPr>
        <p:spPr>
          <a:xfrm>
            <a:off x="4628520" y="1896480"/>
            <a:ext cx="3610800" cy="191736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8" name="Rectangle: Rounded Corners 86"/>
          <p:cNvSpPr/>
          <p:nvPr/>
        </p:nvSpPr>
        <p:spPr>
          <a:xfrm>
            <a:off x="4775040" y="4368960"/>
            <a:ext cx="1853280" cy="50616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Rectangle: Rounded Corners 87"/>
          <p:cNvSpPr/>
          <p:nvPr/>
        </p:nvSpPr>
        <p:spPr>
          <a:xfrm>
            <a:off x="4114800" y="3240000"/>
            <a:ext cx="2340720" cy="53460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Rectangle 88"/>
          <p:cNvSpPr/>
          <p:nvPr/>
        </p:nvSpPr>
        <p:spPr>
          <a:xfrm>
            <a:off x="6919920" y="2201400"/>
            <a:ext cx="1149840" cy="3142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Carport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Rectangle 95"/>
          <p:cNvSpPr/>
          <p:nvPr/>
        </p:nvSpPr>
        <p:spPr>
          <a:xfrm>
            <a:off x="5226840" y="5198400"/>
            <a:ext cx="71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18’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2" name="Straight Arrow Connector 107"/>
          <p:cNvSpPr/>
          <p:nvPr/>
        </p:nvSpPr>
        <p:spPr>
          <a:xfrm flipH="1">
            <a:off x="8610480" y="3804840"/>
            <a:ext cx="360" cy="5374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Rectangle 108"/>
          <p:cNvSpPr/>
          <p:nvPr/>
        </p:nvSpPr>
        <p:spPr>
          <a:xfrm>
            <a:off x="8134200" y="3804840"/>
            <a:ext cx="71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4" name="Straight Arrow Connector 110"/>
          <p:cNvSpPr/>
          <p:nvPr/>
        </p:nvSpPr>
        <p:spPr>
          <a:xfrm>
            <a:off x="8619120" y="5012280"/>
            <a:ext cx="360" cy="5173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5" name="Rectangle 118"/>
          <p:cNvSpPr/>
          <p:nvPr/>
        </p:nvSpPr>
        <p:spPr>
          <a:xfrm>
            <a:off x="7099200" y="4343400"/>
            <a:ext cx="899280" cy="68436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6" name="Rectangle 119"/>
          <p:cNvSpPr/>
          <p:nvPr/>
        </p:nvSpPr>
        <p:spPr>
          <a:xfrm>
            <a:off x="4628520" y="3838320"/>
            <a:ext cx="4073400" cy="166896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" name="Straight Arrow Connector 124"/>
          <p:cNvSpPr/>
          <p:nvPr/>
        </p:nvSpPr>
        <p:spPr>
          <a:xfrm>
            <a:off x="8613360" y="4343400"/>
            <a:ext cx="360" cy="7236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8" name="Rectangle 125"/>
          <p:cNvSpPr/>
          <p:nvPr/>
        </p:nvSpPr>
        <p:spPr>
          <a:xfrm>
            <a:off x="8199000" y="4464360"/>
            <a:ext cx="71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9" name="Straight Arrow Connector 130"/>
          <p:cNvSpPr/>
          <p:nvPr/>
        </p:nvSpPr>
        <p:spPr>
          <a:xfrm flipV="1">
            <a:off x="7099200" y="5377680"/>
            <a:ext cx="935280" cy="32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0" name="Rectangle 131"/>
          <p:cNvSpPr/>
          <p:nvPr/>
        </p:nvSpPr>
        <p:spPr>
          <a:xfrm>
            <a:off x="7445160" y="5249160"/>
            <a:ext cx="71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Rectangle 135"/>
          <p:cNvSpPr/>
          <p:nvPr/>
        </p:nvSpPr>
        <p:spPr>
          <a:xfrm>
            <a:off x="4628520" y="5576760"/>
            <a:ext cx="3599280" cy="36540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(2585)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2" name="Rectangle 136"/>
          <p:cNvSpPr/>
          <p:nvPr/>
        </p:nvSpPr>
        <p:spPr>
          <a:xfrm>
            <a:off x="6183720" y="5997960"/>
            <a:ext cx="901440" cy="3142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Rectangle 141"/>
          <p:cNvSpPr/>
          <p:nvPr/>
        </p:nvSpPr>
        <p:spPr>
          <a:xfrm>
            <a:off x="7085520" y="3946320"/>
            <a:ext cx="80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4" name="Rectangle 143"/>
          <p:cNvSpPr/>
          <p:nvPr/>
        </p:nvSpPr>
        <p:spPr>
          <a:xfrm>
            <a:off x="2562840" y="1159560"/>
            <a:ext cx="589320" cy="69444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5" name="Rectangle 144"/>
          <p:cNvSpPr/>
          <p:nvPr/>
        </p:nvSpPr>
        <p:spPr>
          <a:xfrm>
            <a:off x="2540520" y="1209960"/>
            <a:ext cx="71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6" name="Straight Connector 148"/>
          <p:cNvSpPr/>
          <p:nvPr/>
        </p:nvSpPr>
        <p:spPr>
          <a:xfrm flipH="1" flipV="1">
            <a:off x="2726640" y="1843560"/>
            <a:ext cx="394920" cy="180720"/>
          </a:xfrm>
          <a:prstGeom prst="line">
            <a:avLst/>
          </a:prstGeom>
          <a:ln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Straight Arrow Connector 5"/>
          <p:cNvSpPr/>
          <p:nvPr/>
        </p:nvSpPr>
        <p:spPr>
          <a:xfrm>
            <a:off x="3297240" y="1179000"/>
            <a:ext cx="360" cy="6847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8" name="Rectangle 6"/>
          <p:cNvSpPr/>
          <p:nvPr/>
        </p:nvSpPr>
        <p:spPr>
          <a:xfrm>
            <a:off x="3058200" y="1255320"/>
            <a:ext cx="71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5’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9" name="Straight Arrow Connector 8"/>
          <p:cNvSpPr/>
          <p:nvPr/>
        </p:nvSpPr>
        <p:spPr>
          <a:xfrm>
            <a:off x="2575800" y="1962360"/>
            <a:ext cx="60012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Rectangle 9"/>
          <p:cNvSpPr/>
          <p:nvPr/>
        </p:nvSpPr>
        <p:spPr>
          <a:xfrm>
            <a:off x="2568600" y="1917000"/>
            <a:ext cx="71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Rectangle: Rounded Corners 28"/>
          <p:cNvSpPr/>
          <p:nvPr/>
        </p:nvSpPr>
        <p:spPr>
          <a:xfrm>
            <a:off x="4114800" y="2624760"/>
            <a:ext cx="2284200" cy="53460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2583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2" name="Rectangle: Rounded Corners 29"/>
          <p:cNvSpPr/>
          <p:nvPr/>
        </p:nvSpPr>
        <p:spPr>
          <a:xfrm>
            <a:off x="4114800" y="2031840"/>
            <a:ext cx="2261880" cy="53460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Rectangle 30"/>
          <p:cNvSpPr/>
          <p:nvPr/>
        </p:nvSpPr>
        <p:spPr>
          <a:xfrm>
            <a:off x="2562840" y="1143000"/>
            <a:ext cx="6579720" cy="571320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4" name="Straight Arrow Connector 64"/>
          <p:cNvSpPr/>
          <p:nvPr/>
        </p:nvSpPr>
        <p:spPr>
          <a:xfrm>
            <a:off x="4572000" y="6171840"/>
            <a:ext cx="425412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5" name="Rectangle 1"/>
          <p:cNvSpPr/>
          <p:nvPr/>
        </p:nvSpPr>
        <p:spPr>
          <a:xfrm>
            <a:off x="8703360" y="4464360"/>
            <a:ext cx="71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6" name="Straight Arrow Connector 1"/>
          <p:cNvSpPr/>
          <p:nvPr/>
        </p:nvSpPr>
        <p:spPr>
          <a:xfrm>
            <a:off x="8804880" y="3886200"/>
            <a:ext cx="360" cy="15022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7" name="Rectangle 2"/>
          <p:cNvSpPr/>
          <p:nvPr/>
        </p:nvSpPr>
        <p:spPr>
          <a:xfrm>
            <a:off x="8134200" y="5029200"/>
            <a:ext cx="71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-1143000" y="3299760"/>
            <a:ext cx="4570560" cy="28710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Rectangle 10"/>
          <p:cNvSpPr/>
          <p:nvPr/>
        </p:nvSpPr>
        <p:spPr>
          <a:xfrm>
            <a:off x="-1086120" y="3528360"/>
            <a:ext cx="3599280" cy="50904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(2581 Alma)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0" name="Rectangle 7"/>
          <p:cNvSpPr/>
          <p:nvPr/>
        </p:nvSpPr>
        <p:spPr>
          <a:xfrm>
            <a:off x="2971800" y="4220640"/>
            <a:ext cx="462240" cy="92376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1" name="Rectangle 8"/>
          <p:cNvSpPr/>
          <p:nvPr/>
        </p:nvSpPr>
        <p:spPr>
          <a:xfrm>
            <a:off x="2063880" y="4825080"/>
            <a:ext cx="11721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 flipH="1">
            <a:off x="2521080" y="3992040"/>
            <a:ext cx="45720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"/>
          <p:cNvSpPr/>
          <p:nvPr/>
        </p:nvSpPr>
        <p:spPr>
          <a:xfrm flipH="1">
            <a:off x="2929680" y="3992040"/>
            <a:ext cx="457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Rectangle 11"/>
          <p:cNvSpPr/>
          <p:nvPr/>
        </p:nvSpPr>
        <p:spPr>
          <a:xfrm>
            <a:off x="3547440" y="4343400"/>
            <a:ext cx="71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5" name="Straight Arrow Connector 2"/>
          <p:cNvSpPr/>
          <p:nvPr/>
        </p:nvSpPr>
        <p:spPr>
          <a:xfrm>
            <a:off x="3524760" y="4240440"/>
            <a:ext cx="21240" cy="9241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6" name="Straight Arrow Connector 4"/>
          <p:cNvSpPr/>
          <p:nvPr/>
        </p:nvSpPr>
        <p:spPr>
          <a:xfrm>
            <a:off x="2923560" y="5299920"/>
            <a:ext cx="50400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7" name="Rectangle 12"/>
          <p:cNvSpPr/>
          <p:nvPr/>
        </p:nvSpPr>
        <p:spPr>
          <a:xfrm>
            <a:off x="2808000" y="5290560"/>
            <a:ext cx="71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8" name="Straight Arrow Connector 6"/>
          <p:cNvSpPr/>
          <p:nvPr/>
        </p:nvSpPr>
        <p:spPr>
          <a:xfrm>
            <a:off x="3524760" y="5284440"/>
            <a:ext cx="21240" cy="9241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9" name="Rectangle 13"/>
          <p:cNvSpPr/>
          <p:nvPr/>
        </p:nvSpPr>
        <p:spPr>
          <a:xfrm>
            <a:off x="3627000" y="5486400"/>
            <a:ext cx="71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&gt; 16’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0" name="Straight Arrow Connector 89"/>
          <p:cNvSpPr/>
          <p:nvPr/>
        </p:nvSpPr>
        <p:spPr>
          <a:xfrm>
            <a:off x="4673520" y="5379120"/>
            <a:ext cx="241200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1" name="Rectangle 3"/>
          <p:cNvSpPr/>
          <p:nvPr/>
        </p:nvSpPr>
        <p:spPr>
          <a:xfrm>
            <a:off x="3549600" y="1143000"/>
            <a:ext cx="564120" cy="69444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2" name="Rectangle 4"/>
          <p:cNvSpPr/>
          <p:nvPr/>
        </p:nvSpPr>
        <p:spPr>
          <a:xfrm>
            <a:off x="3488760" y="1204920"/>
            <a:ext cx="71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2587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3" name="Straight Connector 1"/>
          <p:cNvSpPr/>
          <p:nvPr/>
        </p:nvSpPr>
        <p:spPr>
          <a:xfrm flipH="1" flipV="1">
            <a:off x="3674880" y="1838520"/>
            <a:ext cx="394920" cy="180720"/>
          </a:xfrm>
          <a:prstGeom prst="line">
            <a:avLst/>
          </a:prstGeom>
          <a:ln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4" name="Straight Arrow Connector 7"/>
          <p:cNvSpPr/>
          <p:nvPr/>
        </p:nvSpPr>
        <p:spPr>
          <a:xfrm>
            <a:off x="3560040" y="1957320"/>
            <a:ext cx="60012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5" name="Rectangle 14"/>
          <p:cNvSpPr/>
          <p:nvPr/>
        </p:nvSpPr>
        <p:spPr>
          <a:xfrm>
            <a:off x="3516840" y="1911960"/>
            <a:ext cx="714960" cy="30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 flipH="1">
            <a:off x="7086600" y="4523400"/>
            <a:ext cx="899640" cy="0"/>
          </a:xfrm>
          <a:prstGeom prst="line">
            <a:avLst/>
          </a:prstGeom>
          <a:ln w="73080">
            <a:solidFill>
              <a:srgbClr val="bf00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"/>
          <p:cNvSpPr/>
          <p:nvPr/>
        </p:nvSpPr>
        <p:spPr>
          <a:xfrm flipV="1">
            <a:off x="7998840" y="4222800"/>
            <a:ext cx="0" cy="913320"/>
          </a:xfrm>
          <a:prstGeom prst="line">
            <a:avLst/>
          </a:prstGeom>
          <a:ln w="73080">
            <a:solidFill>
              <a:srgbClr val="bf00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8" name=""/>
          <p:cNvSpPr/>
          <p:nvPr/>
        </p:nvSpPr>
        <p:spPr>
          <a:xfrm flipH="1">
            <a:off x="7099200" y="4680000"/>
            <a:ext cx="901800" cy="0"/>
          </a:xfrm>
          <a:prstGeom prst="line">
            <a:avLst/>
          </a:prstGeom>
          <a:ln w="73080">
            <a:solidFill>
              <a:srgbClr val="bf00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"/>
          <p:cNvSpPr/>
          <p:nvPr/>
        </p:nvSpPr>
        <p:spPr>
          <a:xfrm flipH="1">
            <a:off x="7086600" y="4872600"/>
            <a:ext cx="899640" cy="0"/>
          </a:xfrm>
          <a:prstGeom prst="line">
            <a:avLst/>
          </a:prstGeom>
          <a:ln w="73080">
            <a:solidFill>
              <a:srgbClr val="bf00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"/>
          <p:cNvSpPr/>
          <p:nvPr/>
        </p:nvSpPr>
        <p:spPr>
          <a:xfrm>
            <a:off x="7099200" y="5099760"/>
            <a:ext cx="863280" cy="0"/>
          </a:xfrm>
          <a:prstGeom prst="line">
            <a:avLst/>
          </a:prstGeom>
          <a:ln w="73080">
            <a:solidFill>
              <a:srgbClr val="bf00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1" name=""/>
          <p:cNvSpPr/>
          <p:nvPr/>
        </p:nvSpPr>
        <p:spPr>
          <a:xfrm flipV="1">
            <a:off x="7099200" y="4290840"/>
            <a:ext cx="863280" cy="16920"/>
          </a:xfrm>
          <a:prstGeom prst="line">
            <a:avLst/>
          </a:prstGeom>
          <a:ln w="73080">
            <a:solidFill>
              <a:srgbClr val="bf00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2" name=""/>
          <p:cNvSpPr/>
          <p:nvPr/>
        </p:nvSpPr>
        <p:spPr>
          <a:xfrm>
            <a:off x="7099200" y="4343400"/>
            <a:ext cx="828360" cy="0"/>
          </a:xfrm>
          <a:prstGeom prst="line">
            <a:avLst/>
          </a:prstGeom>
          <a:ln w="18360">
            <a:solidFill>
              <a:srgbClr val="ffff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"/>
          <p:cNvSpPr/>
          <p:nvPr/>
        </p:nvSpPr>
        <p:spPr>
          <a:xfrm>
            <a:off x="7134120" y="5027400"/>
            <a:ext cx="828360" cy="0"/>
          </a:xfrm>
          <a:prstGeom prst="line">
            <a:avLst/>
          </a:prstGeom>
          <a:ln w="18360">
            <a:solidFill>
              <a:srgbClr val="ffff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4" name=""/>
          <p:cNvSpPr/>
          <p:nvPr/>
        </p:nvSpPr>
        <p:spPr>
          <a:xfrm flipV="1">
            <a:off x="7085520" y="4254840"/>
            <a:ext cx="0" cy="913320"/>
          </a:xfrm>
          <a:prstGeom prst="line">
            <a:avLst/>
          </a:prstGeom>
          <a:ln w="73080">
            <a:solidFill>
              <a:srgbClr val="bf00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379B09C5-ED41-4383-A41F-F531EAADEE2F}" type="datetime1">
              <a:rPr lang="en-US"/>
              <a:t>06/04/2026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06920" cy="143280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6000" spc="-1" strike="noStrike">
                <a:solidFill>
                  <a:srgbClr val="ffff00"/>
                </a:solidFill>
                <a:latin typeface="Calibri"/>
                <a:ea typeface="DejaVu Sans"/>
              </a:rPr>
              <a:t>End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B74D094-37CA-4956-895D-63CE4545CA05}" type="slidenum">
              <a:t>3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0D032ADA-6940-45E3-9DEE-2A55D33FB292}" type="datetime1">
              <a:rPr lang="en-US"/>
              <a:t>06/04/2026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11407</TotalTime>
  <Application>LibreOffice/7.3.7.2$Linux_X86_64 LibreOffice_project/30$Build-2</Application>
  <AppVersion>15.0000</AppVersion>
  <Words>127</Words>
  <Paragraphs>33</Paragraphs>
  <Company>HOME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2018-09-28T16:40:41Z</dcterms:created>
  <dc:creator>USER</dc:creator>
  <dc:description/>
  <dc:language>en-US</dc:language>
  <cp:lastModifiedBy/>
  <dcterms:modified xsi:type="dcterms:W3CDTF">2026-06-04T18:06:55Z</dcterms:modified>
  <cp:revision>2490</cp:revision>
  <dc:subject/>
  <dc:title>Node JS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On-screen Show (4:3)</vt:lpwstr>
  </property>
  <property fmtid="{D5CDD505-2E9C-101B-9397-08002B2CF9AE}" pid="4" name="Slides">
    <vt:i4>3</vt:i4>
  </property>
</Properties>
</file>