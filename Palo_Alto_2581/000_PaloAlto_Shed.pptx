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1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dt" idx="7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ftr" idx="8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9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3693FDE7-6333-4D08-94D3-8260C2397143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36360" cy="3393360"/>
          </a:xfrm>
          <a:prstGeom prst="rect">
            <a:avLst/>
          </a:prstGeom>
          <a:ln w="0">
            <a:noFill/>
          </a:ln>
        </p:spPr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50400" cy="407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35800" cy="42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F8E03AF-F61A-431E-95F3-F6E7C6EF7FBC}" type="slidenum">
              <a: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66D5DE2-AA56-4EC8-BAE4-9DFAE19ECDF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A99F762-C4A9-4EFB-98F9-0FC08D1D516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64CA358-0954-4726-AD01-8C0B4628EBA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5C7F60E-9F18-4E67-9213-63A00F29292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21D75A1-431C-4295-953D-E684AEF0BEC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2B26388-CE32-4134-A179-AFB4871F6FC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8FAA447-E153-4AF8-9DCB-8B5000C3474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E365871-C9B4-45BF-A4A6-5688A686DFF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9C57318-63F9-4D1E-91EF-36D7B9B5EE4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0A98730-629B-4E96-91B7-2B52CA7A26A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BA5A127-80A4-4459-A648-F6F4C3AA0E0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C7E5FD1-B819-4C4F-AF41-61F281346CB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A9D026C-42C5-439B-B7A5-9650386DC4F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CD434CA-6191-4BF0-9F09-C12DBB3FD0B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332D4F8-8322-4349-8A79-8183CC8F3E2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7D7807D-7D8F-4AEC-A2D7-967AD8484AE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61B3F23-BB10-4EC5-B1B8-908110A090E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514F520-E731-4148-935C-FD2CBB4436F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73DDB2C-A2D9-4E7F-955A-374895C5C63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67272A5-4D88-4202-9161-BB4262F00F8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94FAD55-4688-4C43-B4A5-F9C99A71291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2072D0B-23CB-4B23-B3D2-A7712472DA9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7D33062-7228-4DEF-AF2B-A478CC53197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739115D-365F-4B5E-A064-114C755EAB5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59480" cy="329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097720" cy="329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D42E4CF-279D-4944-9D1E-3BB39A0652C8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097720" cy="329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</a:t>
            </a:r>
            <a:r>
              <a:rPr b="0" lang="en-US" sz="4400" spc="-1" strike="noStrike">
                <a:latin typeface="Arial"/>
              </a:rPr>
              <a:t>l</a:t>
            </a:r>
            <a:r>
              <a:rPr b="0" lang="en-US" sz="4400" spc="-1" strike="noStrike">
                <a:latin typeface="Arial"/>
              </a:rPr>
              <a:t>i</a:t>
            </a:r>
            <a:r>
              <a:rPr b="0" lang="en-US" sz="4400" spc="-1" strike="noStrike">
                <a:latin typeface="Arial"/>
              </a:rPr>
              <a:t>c</a:t>
            </a:r>
            <a:r>
              <a:rPr b="0" lang="en-US" sz="4400" spc="-1" strike="noStrike">
                <a:latin typeface="Arial"/>
              </a:rPr>
              <a:t>k</a:t>
            </a:r>
            <a:r>
              <a:rPr b="0" lang="en-US" sz="4400" spc="-1" strike="noStrike">
                <a:latin typeface="Arial"/>
              </a:rPr>
              <a:t> </a:t>
            </a:r>
            <a:r>
              <a:rPr b="0" lang="en-US" sz="4400" spc="-1" strike="noStrike">
                <a:latin typeface="Arial"/>
              </a:rPr>
              <a:t>t</a:t>
            </a:r>
            <a:r>
              <a:rPr b="0" lang="en-US" sz="4400" spc="-1" strike="noStrike">
                <a:latin typeface="Arial"/>
              </a:rPr>
              <a:t>o</a:t>
            </a:r>
            <a:r>
              <a:rPr b="0" lang="en-US" sz="4400" spc="-1" strike="noStrike">
                <a:latin typeface="Arial"/>
              </a:rPr>
              <a:t> </a:t>
            </a:r>
            <a:r>
              <a:rPr b="0" lang="en-US" sz="4400" spc="-1" strike="noStrike">
                <a:latin typeface="Arial"/>
              </a:rPr>
              <a:t>e</a:t>
            </a:r>
            <a:r>
              <a:rPr b="0" lang="en-US" sz="4400" spc="-1" strike="noStrike">
                <a:latin typeface="Arial"/>
              </a:rPr>
              <a:t>d</a:t>
            </a:r>
            <a:r>
              <a:rPr b="0" lang="en-US" sz="4400" spc="-1" strike="noStrike">
                <a:latin typeface="Arial"/>
              </a:rPr>
              <a:t>i</a:t>
            </a:r>
            <a:r>
              <a:rPr b="0" lang="en-US" sz="4400" spc="-1" strike="noStrike">
                <a:latin typeface="Arial"/>
              </a:rPr>
              <a:t>t </a:t>
            </a:r>
            <a:r>
              <a:rPr b="0" lang="en-US" sz="4400" spc="-1" strike="noStrike">
                <a:latin typeface="Arial"/>
              </a:rPr>
              <a:t>t</a:t>
            </a:r>
            <a:r>
              <a:rPr b="0" lang="en-US" sz="4400" spc="-1" strike="noStrike">
                <a:latin typeface="Arial"/>
              </a:rPr>
              <a:t>h</a:t>
            </a:r>
            <a:r>
              <a:rPr b="0" lang="en-US" sz="4400" spc="-1" strike="noStrike">
                <a:latin typeface="Arial"/>
              </a:rPr>
              <a:t>e</a:t>
            </a:r>
            <a:r>
              <a:rPr b="0" lang="en-US" sz="4400" spc="-1" strike="noStrike">
                <a:latin typeface="Arial"/>
              </a:rPr>
              <a:t> </a:t>
            </a:r>
            <a:r>
              <a:rPr b="0" lang="en-US" sz="4400" spc="-1" strike="noStrike">
                <a:latin typeface="Arial"/>
              </a:rPr>
              <a:t>t</a:t>
            </a:r>
            <a:r>
              <a:rPr b="0" lang="en-US" sz="4400" spc="-1" strike="noStrike">
                <a:latin typeface="Arial"/>
              </a:rPr>
              <a:t>i</a:t>
            </a:r>
            <a:r>
              <a:rPr b="0" lang="en-US" sz="4400" spc="-1" strike="noStrike">
                <a:latin typeface="Arial"/>
              </a:rPr>
              <a:t>t</a:t>
            </a:r>
            <a:r>
              <a:rPr b="0" lang="en-US" sz="4400" spc="-1" strike="noStrike">
                <a:latin typeface="Arial"/>
              </a:rPr>
              <a:t>l</a:t>
            </a:r>
            <a:r>
              <a:rPr b="0" lang="en-US" sz="4400" spc="-1" strike="noStrike">
                <a:latin typeface="Arial"/>
              </a:rPr>
              <a:t>e</a:t>
            </a:r>
            <a:r>
              <a:rPr b="0" lang="en-US" sz="4400" spc="-1" strike="noStrike">
                <a:latin typeface="Arial"/>
              </a:rPr>
              <a:t> </a:t>
            </a:r>
            <a:r>
              <a:rPr b="0" lang="en-US" sz="4400" spc="-1" strike="noStrike">
                <a:latin typeface="Arial"/>
              </a:rPr>
              <a:t>t</a:t>
            </a:r>
            <a:r>
              <a:rPr b="0" lang="en-US" sz="4400" spc="-1" strike="noStrike">
                <a:latin typeface="Arial"/>
              </a:rPr>
              <a:t>e</a:t>
            </a:r>
            <a:r>
              <a:rPr b="0" lang="en-US" sz="4400" spc="-1" strike="noStrike">
                <a:latin typeface="Arial"/>
              </a:rPr>
              <a:t>x</a:t>
            </a:r>
            <a:r>
              <a:rPr b="0" lang="en-US" sz="4400" spc="-1" strike="noStrike">
                <a:latin typeface="Arial"/>
              </a:rPr>
              <a:t>t </a:t>
            </a:r>
            <a:r>
              <a:rPr b="0" lang="en-US" sz="4400" spc="-1" strike="noStrike">
                <a:latin typeface="Arial"/>
              </a:rPr>
              <a:t>f</a:t>
            </a:r>
            <a:r>
              <a:rPr b="0" lang="en-US" sz="4400" spc="-1" strike="noStrike">
                <a:latin typeface="Arial"/>
              </a:rPr>
              <a:t>o</a:t>
            </a:r>
            <a:r>
              <a:rPr b="0" lang="en-US" sz="4400" spc="-1" strike="noStrike">
                <a:latin typeface="Arial"/>
              </a:rPr>
              <a:t>r</a:t>
            </a:r>
            <a:r>
              <a:rPr b="0" lang="en-US" sz="4400" spc="-1" strike="noStrike">
                <a:latin typeface="Arial"/>
              </a:rPr>
              <a:t>m</a:t>
            </a:r>
            <a:r>
              <a:rPr b="0" lang="en-US" sz="4400" spc="-1" strike="noStrike">
                <a:latin typeface="Arial"/>
              </a:rPr>
              <a:t>a</a:t>
            </a:r>
            <a:r>
              <a:rPr b="0" lang="en-US" sz="4400" spc="-1" strike="noStrike">
                <a:latin typeface="Arial"/>
              </a:rPr>
              <a:t>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59480" cy="329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097720" cy="329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9153393-2AD8-4546-9E5E-3AE3FD57E198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097720" cy="329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27800" cy="1433880"/>
          </a:xfrm>
          <a:prstGeom prst="rect">
            <a:avLst/>
          </a:prstGeom>
          <a:solidFill>
            <a:srgbClr val="00b0f0"/>
          </a:solidFill>
          <a:ln w="0">
            <a:noFill/>
          </a:ln>
        </p:spPr>
        <p:txBody>
          <a:bodyPr lIns="0" rIns="0" tIns="0" bIns="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001 Palo Alto 2581 - 2587</a:t>
            </a:r>
            <a:endParaRPr b="0" lang="en-US" sz="4200" spc="-1" strike="noStrike"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ubTitle"/>
          </p:nvPr>
        </p:nvSpPr>
        <p:spPr>
          <a:xfrm>
            <a:off x="1371600" y="4563360"/>
            <a:ext cx="6364800" cy="65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28600" indent="-228600" algn="ctr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Peter H. Chen</a:t>
            </a:r>
            <a:endParaRPr b="0" lang="en-US" sz="3200" spc="-1" strike="noStrike">
              <a:latin typeface="Arial"/>
            </a:endParaRPr>
          </a:p>
        </p:txBody>
      </p:sp>
      <p:pic>
        <p:nvPicPr>
          <p:cNvPr id="90" name="Picture 2" descr="Reinforcement learning - Wikipedia"/>
          <p:cNvPicPr/>
          <p:nvPr/>
        </p:nvPicPr>
        <p:blipFill>
          <a:blip r:embed="rId1"/>
          <a:stretch/>
        </p:blipFill>
        <p:spPr>
          <a:xfrm>
            <a:off x="4212000" y="3645000"/>
            <a:ext cx="905760" cy="87696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5870684-7C2C-4FD6-8A0C-D4D5F7766AFC}" type="slidenum">
              <a:t>1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fld id="{C01B5C08-8747-429E-A366-0949ED54C71D}" type="datetime1">
              <a:rPr lang="en-US"/>
              <a:t>05/30/2026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10080" y="0"/>
            <a:ext cx="9127080" cy="728640"/>
          </a:xfrm>
          <a:prstGeom prst="rect">
            <a:avLst/>
          </a:prstGeom>
          <a:gradFill rotWithShape="0">
            <a:gsLst>
              <a:gs pos="0">
                <a:srgbClr val="bf0000"/>
              </a:gs>
              <a:gs pos="100000">
                <a:srgbClr val="710000"/>
              </a:gs>
            </a:gsLst>
            <a:lin ang="8100000"/>
          </a:gradFill>
          <a:ln w="0">
            <a:noFill/>
          </a:ln>
        </p:spPr>
        <p:txBody>
          <a:bodyPr lIns="0" rIns="0" tIns="0" bIns="0" anchor="ctr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001 Palo Alto 2581 - 2581</a:t>
            </a:r>
            <a:endParaRPr b="0" lang="en-US" sz="4200" spc="-1" strike="noStrike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ubTitle"/>
          </p:nvPr>
        </p:nvSpPr>
        <p:spPr>
          <a:xfrm>
            <a:off x="232200" y="1302120"/>
            <a:ext cx="2273040" cy="1897920"/>
          </a:xfrm>
          <a:prstGeom prst="rect">
            <a:avLst/>
          </a:prstGeom>
          <a:noFill/>
          <a:ln w="0">
            <a:solidFill>
              <a:srgbClr val="c00000"/>
            </a:solidFill>
          </a:ln>
        </p:spPr>
        <p:txBody>
          <a:bodyPr lIns="0" rIns="0" tIns="0" bIns="0" anchor="t">
            <a:noAutofit/>
          </a:bodyPr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Palo Alto 2581 to 2587</a:t>
            </a:r>
            <a:endParaRPr b="0" lang="en-US" sz="1300" spc="-1" strike="noStrike">
              <a:latin typeface="Arial"/>
            </a:endParaRP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2581: storage 0-setback: 3 x 8 x 6</a:t>
            </a:r>
            <a:endParaRPr b="0" lang="en-US" sz="1300" spc="-1" strike="noStrike">
              <a:latin typeface="Arial"/>
            </a:endParaRP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2583, 2987: storage 0-setback (4 x 8 x 6)</a:t>
            </a:r>
            <a:endParaRPr b="0" lang="en-US" sz="1300" spc="-1" strike="noStrike">
              <a:latin typeface="Arial"/>
            </a:endParaRP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2585: Shed 3-feet setback (6 x 8 x 8)</a:t>
            </a:r>
            <a:endParaRPr b="0" lang="en-US" sz="1300" spc="-1" strike="noStrike"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1300" spc="-1" strike="noStrike">
              <a:latin typeface="Arial"/>
            </a:endParaRPr>
          </a:p>
        </p:txBody>
      </p:sp>
      <p:sp>
        <p:nvSpPr>
          <p:cNvPr id="93" name="標題 4"/>
          <p:cNvSpPr/>
          <p:nvPr/>
        </p:nvSpPr>
        <p:spPr>
          <a:xfrm>
            <a:off x="0" y="723600"/>
            <a:ext cx="9124200" cy="324000"/>
          </a:xfrm>
          <a:prstGeom prst="rect">
            <a:avLst/>
          </a:prstGeom>
          <a:gradFill rotWithShape="0">
            <a:gsLst>
              <a:gs pos="0">
                <a:srgbClr val="00afef"/>
              </a:gs>
              <a:gs pos="100000">
                <a:srgbClr val="00688e"/>
              </a:gs>
            </a:gsLst>
            <a:lin ang="81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DejaVu Sans"/>
              </a:rPr>
              <a:t>https://www.hsinchu.gov.tw/cp.aspx?n=982&amp;s=263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sldNum" idx="10"/>
          </p:nvPr>
        </p:nvSpPr>
        <p:spPr>
          <a:xfrm>
            <a:off x="6553080" y="6356520"/>
            <a:ext cx="2097720" cy="329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C90F01D-F864-40EC-BB93-20D56777E306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2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95" name="Rectangle 21"/>
          <p:cNvSpPr/>
          <p:nvPr/>
        </p:nvSpPr>
        <p:spPr>
          <a:xfrm>
            <a:off x="8161560" y="5405040"/>
            <a:ext cx="716040" cy="3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6" name="Straight Arrow Connector 26"/>
          <p:cNvSpPr/>
          <p:nvPr/>
        </p:nvSpPr>
        <p:spPr>
          <a:xfrm>
            <a:off x="8298000" y="5384880"/>
            <a:ext cx="43956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7" name="Rectangle 76"/>
          <p:cNvSpPr/>
          <p:nvPr/>
        </p:nvSpPr>
        <p:spPr>
          <a:xfrm>
            <a:off x="4628520" y="1896480"/>
            <a:ext cx="3611880" cy="191844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8" name="Rectangle: Rounded Corners 86"/>
          <p:cNvSpPr/>
          <p:nvPr/>
        </p:nvSpPr>
        <p:spPr>
          <a:xfrm>
            <a:off x="4775040" y="4368960"/>
            <a:ext cx="1854360" cy="50724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2585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9" name="Rectangle: Rounded Corners 87"/>
          <p:cNvSpPr/>
          <p:nvPr/>
        </p:nvSpPr>
        <p:spPr>
          <a:xfrm>
            <a:off x="4114800" y="3240000"/>
            <a:ext cx="2341800" cy="53568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2581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0" name="Rectangle 88"/>
          <p:cNvSpPr/>
          <p:nvPr/>
        </p:nvSpPr>
        <p:spPr>
          <a:xfrm>
            <a:off x="6919920" y="2201400"/>
            <a:ext cx="1150920" cy="3153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Carport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1" name="Rectangle 95"/>
          <p:cNvSpPr/>
          <p:nvPr/>
        </p:nvSpPr>
        <p:spPr>
          <a:xfrm>
            <a:off x="5226840" y="5198400"/>
            <a:ext cx="716040" cy="3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15’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2" name="Straight Arrow Connector 107"/>
          <p:cNvSpPr/>
          <p:nvPr/>
        </p:nvSpPr>
        <p:spPr>
          <a:xfrm flipH="1">
            <a:off x="8612640" y="3804840"/>
            <a:ext cx="360" cy="5385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3" name="Rectangle 108"/>
          <p:cNvSpPr/>
          <p:nvPr/>
        </p:nvSpPr>
        <p:spPr>
          <a:xfrm>
            <a:off x="8134200" y="3804840"/>
            <a:ext cx="716040" cy="3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6’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4" name="Straight Arrow Connector 110"/>
          <p:cNvSpPr/>
          <p:nvPr/>
        </p:nvSpPr>
        <p:spPr>
          <a:xfrm>
            <a:off x="8619120" y="5012280"/>
            <a:ext cx="360" cy="51840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5" name="Rectangle 118"/>
          <p:cNvSpPr/>
          <p:nvPr/>
        </p:nvSpPr>
        <p:spPr>
          <a:xfrm>
            <a:off x="7086600" y="4343400"/>
            <a:ext cx="1164960" cy="68544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6" name="Rectangle 119"/>
          <p:cNvSpPr/>
          <p:nvPr/>
        </p:nvSpPr>
        <p:spPr>
          <a:xfrm>
            <a:off x="4628520" y="3838320"/>
            <a:ext cx="4074480" cy="1670040"/>
          </a:xfrm>
          <a:prstGeom prst="rect">
            <a:avLst/>
          </a:prstGeom>
          <a:noFill/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" name="Straight Arrow Connector 124"/>
          <p:cNvSpPr/>
          <p:nvPr/>
        </p:nvSpPr>
        <p:spPr>
          <a:xfrm>
            <a:off x="8613360" y="4343400"/>
            <a:ext cx="360" cy="7246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8" name="Rectangle 125"/>
          <p:cNvSpPr/>
          <p:nvPr/>
        </p:nvSpPr>
        <p:spPr>
          <a:xfrm>
            <a:off x="8199000" y="4464360"/>
            <a:ext cx="716040" cy="3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6’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9" name="Straight Arrow Connector 130"/>
          <p:cNvSpPr/>
          <p:nvPr/>
        </p:nvSpPr>
        <p:spPr>
          <a:xfrm flipV="1">
            <a:off x="7086600" y="5379120"/>
            <a:ext cx="1164960" cy="43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0" name="Rectangle 131"/>
          <p:cNvSpPr/>
          <p:nvPr/>
        </p:nvSpPr>
        <p:spPr>
          <a:xfrm>
            <a:off x="7445160" y="5249160"/>
            <a:ext cx="716040" cy="3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8’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Rectangle 135"/>
          <p:cNvSpPr/>
          <p:nvPr/>
        </p:nvSpPr>
        <p:spPr>
          <a:xfrm>
            <a:off x="4628520" y="5576760"/>
            <a:ext cx="3600360" cy="36648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Main Building (2585)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2" name="Rectangle 136"/>
          <p:cNvSpPr/>
          <p:nvPr/>
        </p:nvSpPr>
        <p:spPr>
          <a:xfrm>
            <a:off x="6183720" y="5997960"/>
            <a:ext cx="902520" cy="3153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26’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3" name="Rectangle 141"/>
          <p:cNvSpPr/>
          <p:nvPr/>
        </p:nvSpPr>
        <p:spPr>
          <a:xfrm>
            <a:off x="7373520" y="4522320"/>
            <a:ext cx="806040" cy="3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4" name="Rectangle 143"/>
          <p:cNvSpPr/>
          <p:nvPr/>
        </p:nvSpPr>
        <p:spPr>
          <a:xfrm>
            <a:off x="2562840" y="1159560"/>
            <a:ext cx="590400" cy="69552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5" name="Rectangle 144"/>
          <p:cNvSpPr/>
          <p:nvPr/>
        </p:nvSpPr>
        <p:spPr>
          <a:xfrm>
            <a:off x="2540520" y="1209960"/>
            <a:ext cx="716040" cy="3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6" name="Straight Connector 148"/>
          <p:cNvSpPr/>
          <p:nvPr/>
        </p:nvSpPr>
        <p:spPr>
          <a:xfrm flipH="1" flipV="1">
            <a:off x="2726640" y="1843560"/>
            <a:ext cx="394920" cy="180720"/>
          </a:xfrm>
          <a:prstGeom prst="line">
            <a:avLst/>
          </a:prstGeom>
          <a:ln>
            <a:solidFill>
              <a:srgbClr val="4a7e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7" name="Straight Arrow Connector 5"/>
          <p:cNvSpPr/>
          <p:nvPr/>
        </p:nvSpPr>
        <p:spPr>
          <a:xfrm>
            <a:off x="3297240" y="1179000"/>
            <a:ext cx="360" cy="68580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8" name="Rectangle 6"/>
          <p:cNvSpPr/>
          <p:nvPr/>
        </p:nvSpPr>
        <p:spPr>
          <a:xfrm>
            <a:off x="3058200" y="1255320"/>
            <a:ext cx="716040" cy="3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5’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9" name="Straight Arrow Connector 8"/>
          <p:cNvSpPr/>
          <p:nvPr/>
        </p:nvSpPr>
        <p:spPr>
          <a:xfrm>
            <a:off x="2575800" y="1962360"/>
            <a:ext cx="60120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0" name="Rectangle 9"/>
          <p:cNvSpPr/>
          <p:nvPr/>
        </p:nvSpPr>
        <p:spPr>
          <a:xfrm>
            <a:off x="2568600" y="1917000"/>
            <a:ext cx="716040" cy="3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4’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1" name="Rectangle: Rounded Corners 28"/>
          <p:cNvSpPr/>
          <p:nvPr/>
        </p:nvSpPr>
        <p:spPr>
          <a:xfrm>
            <a:off x="4114800" y="2624760"/>
            <a:ext cx="2285280" cy="53568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2583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2" name="Rectangle: Rounded Corners 29"/>
          <p:cNvSpPr/>
          <p:nvPr/>
        </p:nvSpPr>
        <p:spPr>
          <a:xfrm>
            <a:off x="4114800" y="2031840"/>
            <a:ext cx="2262960" cy="53568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2585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3" name="Rectangle 30"/>
          <p:cNvSpPr/>
          <p:nvPr/>
        </p:nvSpPr>
        <p:spPr>
          <a:xfrm>
            <a:off x="2562840" y="1143000"/>
            <a:ext cx="6580800" cy="5714280"/>
          </a:xfrm>
          <a:prstGeom prst="rect">
            <a:avLst/>
          </a:prstGeom>
          <a:noFill/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4" name="Straight Arrow Connector 64"/>
          <p:cNvSpPr/>
          <p:nvPr/>
        </p:nvSpPr>
        <p:spPr>
          <a:xfrm>
            <a:off x="4572000" y="6171840"/>
            <a:ext cx="425520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5" name="Rectangle 1"/>
          <p:cNvSpPr/>
          <p:nvPr/>
        </p:nvSpPr>
        <p:spPr>
          <a:xfrm>
            <a:off x="8703360" y="4464360"/>
            <a:ext cx="716040" cy="3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16’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6" name="Straight Arrow Connector 1"/>
          <p:cNvSpPr/>
          <p:nvPr/>
        </p:nvSpPr>
        <p:spPr>
          <a:xfrm>
            <a:off x="8804880" y="3886200"/>
            <a:ext cx="360" cy="1503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7" name="Rectangle 2"/>
          <p:cNvSpPr/>
          <p:nvPr/>
        </p:nvSpPr>
        <p:spPr>
          <a:xfrm>
            <a:off x="8134200" y="5029200"/>
            <a:ext cx="716040" cy="3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4’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-1143000" y="3299760"/>
            <a:ext cx="4571640" cy="287208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Rectangle 10"/>
          <p:cNvSpPr/>
          <p:nvPr/>
        </p:nvSpPr>
        <p:spPr>
          <a:xfrm>
            <a:off x="-1086120" y="3528360"/>
            <a:ext cx="3600360" cy="51012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Main Building (2581 Alma)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0" name="Rectangle 7"/>
          <p:cNvSpPr/>
          <p:nvPr/>
        </p:nvSpPr>
        <p:spPr>
          <a:xfrm>
            <a:off x="2971800" y="4220640"/>
            <a:ext cx="463320" cy="92484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1" name="Rectangle 8"/>
          <p:cNvSpPr/>
          <p:nvPr/>
        </p:nvSpPr>
        <p:spPr>
          <a:xfrm>
            <a:off x="2063880" y="4825080"/>
            <a:ext cx="1173240" cy="3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2581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 flipH="1">
            <a:off x="2521080" y="3992040"/>
            <a:ext cx="457200" cy="228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33" name=""/>
          <p:cNvSpPr/>
          <p:nvPr/>
        </p:nvSpPr>
        <p:spPr>
          <a:xfrm flipH="1">
            <a:off x="2929680" y="3992040"/>
            <a:ext cx="457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Rectangle 11"/>
          <p:cNvSpPr/>
          <p:nvPr/>
        </p:nvSpPr>
        <p:spPr>
          <a:xfrm>
            <a:off x="3547440" y="4343400"/>
            <a:ext cx="716040" cy="3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8’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5" name="Straight Arrow Connector 2"/>
          <p:cNvSpPr/>
          <p:nvPr/>
        </p:nvSpPr>
        <p:spPr>
          <a:xfrm>
            <a:off x="3524760" y="4240440"/>
            <a:ext cx="22320" cy="92520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6" name="Straight Arrow Connector 4"/>
          <p:cNvSpPr/>
          <p:nvPr/>
        </p:nvSpPr>
        <p:spPr>
          <a:xfrm>
            <a:off x="2923560" y="5299920"/>
            <a:ext cx="50508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7" name="Rectangle 12"/>
          <p:cNvSpPr/>
          <p:nvPr/>
        </p:nvSpPr>
        <p:spPr>
          <a:xfrm>
            <a:off x="2808000" y="5290560"/>
            <a:ext cx="716040" cy="3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8" name="Straight Arrow Connector 6"/>
          <p:cNvSpPr/>
          <p:nvPr/>
        </p:nvSpPr>
        <p:spPr>
          <a:xfrm>
            <a:off x="3524760" y="5284440"/>
            <a:ext cx="22320" cy="92520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9" name="Rectangle 13"/>
          <p:cNvSpPr/>
          <p:nvPr/>
        </p:nvSpPr>
        <p:spPr>
          <a:xfrm>
            <a:off x="3627000" y="5486400"/>
            <a:ext cx="716040" cy="3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&gt; 16’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0" name="Straight Arrow Connector 89"/>
          <p:cNvSpPr/>
          <p:nvPr/>
        </p:nvSpPr>
        <p:spPr>
          <a:xfrm>
            <a:off x="4673520" y="5379120"/>
            <a:ext cx="241308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1" name="Rectangle 3"/>
          <p:cNvSpPr/>
          <p:nvPr/>
        </p:nvSpPr>
        <p:spPr>
          <a:xfrm>
            <a:off x="3549600" y="1143000"/>
            <a:ext cx="565200" cy="69552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2" name="Rectangle 4"/>
          <p:cNvSpPr/>
          <p:nvPr/>
        </p:nvSpPr>
        <p:spPr>
          <a:xfrm>
            <a:off x="3488760" y="1204920"/>
            <a:ext cx="716040" cy="3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2587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3" name="Straight Connector 1"/>
          <p:cNvSpPr/>
          <p:nvPr/>
        </p:nvSpPr>
        <p:spPr>
          <a:xfrm flipH="1" flipV="1">
            <a:off x="3674880" y="1838520"/>
            <a:ext cx="394920" cy="180720"/>
          </a:xfrm>
          <a:prstGeom prst="line">
            <a:avLst/>
          </a:prstGeom>
          <a:ln>
            <a:solidFill>
              <a:srgbClr val="4a7e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4" name="Straight Arrow Connector 7"/>
          <p:cNvSpPr/>
          <p:nvPr/>
        </p:nvSpPr>
        <p:spPr>
          <a:xfrm>
            <a:off x="3560040" y="1957320"/>
            <a:ext cx="60120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5" name="Rectangle 14"/>
          <p:cNvSpPr/>
          <p:nvPr/>
        </p:nvSpPr>
        <p:spPr>
          <a:xfrm>
            <a:off x="3516840" y="1911960"/>
            <a:ext cx="716040" cy="3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4’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fld id="{A3F44546-7EF4-4FC6-A4C4-86EB221C50FC}" type="datetime1">
              <a:rPr lang="en-US"/>
              <a:t>05/30/2026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08000" cy="1433880"/>
          </a:xfrm>
          <a:prstGeom prst="rect">
            <a:avLst/>
          </a:prstGeom>
          <a:gradFill rotWithShape="0">
            <a:gsLst>
              <a:gs pos="0">
                <a:srgbClr val="00afef"/>
              </a:gs>
              <a:gs pos="100000">
                <a:srgbClr val="00688e"/>
              </a:gs>
            </a:gsLst>
            <a:lin ang="8100000"/>
          </a:gradFill>
          <a:ln w="0">
            <a:noFill/>
          </a:ln>
        </p:spPr>
        <p:txBody>
          <a:bodyPr lIns="0" rIns="0" tIns="0" bIns="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6000" spc="-1" strike="noStrike">
                <a:solidFill>
                  <a:srgbClr val="ffff00"/>
                </a:solidFill>
                <a:latin typeface="Calibri"/>
                <a:ea typeface="DejaVu Sans"/>
              </a:rPr>
              <a:t>End</a:t>
            </a:r>
            <a:endParaRPr b="0" lang="en-US" sz="60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68E9388-836B-4D60-A0DC-1C0F006F9732}" type="slidenum">
              <a:t>3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fld id="{6490C093-6C38-4EB1-86A4-9529578C0C67}" type="datetime1">
              <a:rPr lang="en-US"/>
              <a:t>05/30/2026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11378</TotalTime>
  <Application>LibreOffice/7.3.7.2$Linux_X86_64 LibreOffice_project/30$Build-2</Application>
  <AppVersion>15.0000</AppVersion>
  <Words>127</Words>
  <Paragraphs>33</Paragraphs>
  <Company>HOME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2018-09-28T16:40:41Z</dcterms:created>
  <dc:creator>USER</dc:creator>
  <dc:description/>
  <dc:language>en-US</dc:language>
  <cp:lastModifiedBy/>
  <dcterms:modified xsi:type="dcterms:W3CDTF">2026-05-30T22:44:43Z</dcterms:modified>
  <cp:revision>2479</cp:revision>
  <dc:subject/>
  <dc:title>Node JS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On-screen Show (4:3)</vt:lpwstr>
  </property>
  <property fmtid="{D5CDD505-2E9C-101B-9397-08002B2CF9AE}" pid="4" name="Slides">
    <vt:i4>3</vt:i4>
  </property>
</Properties>
</file>