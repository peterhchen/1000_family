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3AAAD25-D007-4B95-8631-42321775B971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36000" cy="339300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50040" cy="407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35440" cy="420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F1A799-B786-43B2-B984-1B5D6509E6A6}" type="slidenum">
              <a:rPr b="0" lang="en-US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D201CF-6EF7-42EE-A0A8-3093DA84730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3BA665-3D7B-4D88-9BAE-E829FD8BE9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8AFAB7-3BD3-4E3B-B383-ABE3C9526C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CD7926-AB23-49C3-881F-383E2BB4D6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106891-AD31-4B55-8EAD-8C9AF0BECD2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46BA0E-B265-436D-AC59-3CC510B9AD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9FA839-C258-4868-B97D-D994166681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07533C-2F36-4B6B-A4C1-339ADF4D864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D590703-9966-4134-AE2A-3B9F0FA01C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703FB9-514A-46E4-8112-A3E7EAAF6D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92A141-4C3A-47A5-8509-74ED62772AA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1A2AF3-EE2A-4EB3-9F3D-42AB55BCD7E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E16EBAB-6E4B-4714-8472-C9AA0F123D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B61D644-EB09-4430-8348-98FDC04BF2D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8DD314D-AE1B-44F1-8595-F8A5676E018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DC3B1B7-3DAD-49FD-AA35-469BF56F1F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876148-0068-4834-99EF-B309C3DA843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FBA3CB1-71BC-4F2C-9198-7EB52DA73BF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FE65B2B-7FD7-4D97-B857-5DBC45CCD04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4008AF8-D30B-4035-8A8E-956A1C3CDC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9772DAC-BB2B-46DB-9832-83D078A672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8740A9E-4FF1-4513-B9EB-B2B6435E56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8ACF28C-E5BE-4E4D-940C-0C89BCB5F59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7D76C2-5C87-4443-9413-841C4218CA8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59120" cy="32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097360" cy="32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E509075-E747-4E94-82B1-2437BFEA8686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097360" cy="32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59120" cy="32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097360" cy="32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7ECF1D8-06DE-4846-971B-3351D26072FF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097360" cy="32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27440" cy="1433520"/>
          </a:xfrm>
          <a:prstGeom prst="rect">
            <a:avLst/>
          </a:prstGeom>
          <a:solidFill>
            <a:srgbClr val="00b0f0"/>
          </a:soli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2581 - 2587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ubTitle"/>
          </p:nvPr>
        </p:nvSpPr>
        <p:spPr>
          <a:xfrm>
            <a:off x="1371600" y="4563360"/>
            <a:ext cx="636444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algn="ctr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8b8b8b"/>
                </a:solidFill>
                <a:latin typeface="Calibri"/>
                <a:ea typeface="DejaVu Sans"/>
              </a:rPr>
              <a:t>Peter H. Chen</a:t>
            </a:r>
            <a:endParaRPr b="0" lang="en-US" sz="3200" spc="-1" strike="noStrike">
              <a:latin typeface="Arial"/>
            </a:endParaRPr>
          </a:p>
        </p:txBody>
      </p:sp>
      <p:pic>
        <p:nvPicPr>
          <p:cNvPr id="90" name="Picture 2" descr="Reinforcement learning - Wikipedia"/>
          <p:cNvPicPr/>
          <p:nvPr/>
        </p:nvPicPr>
        <p:blipFill>
          <a:blip r:embed="rId1"/>
          <a:stretch/>
        </p:blipFill>
        <p:spPr>
          <a:xfrm>
            <a:off x="4212000" y="3645000"/>
            <a:ext cx="905400" cy="8766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82EFC3-8210-4406-AD30-E9C7611015AF}" type="slidenum">
              <a:t>1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fld id="{E944F80C-F48C-4E22-835F-C16CD66904F6}" type="datetime1">
              <a:rPr lang="en-US"/>
              <a:t>06/02/2026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0080" y="0"/>
            <a:ext cx="9126720" cy="728280"/>
          </a:xfrm>
          <a:prstGeom prst="rect">
            <a:avLst/>
          </a:prstGeom>
          <a:gradFill rotWithShape="0">
            <a:gsLst>
              <a:gs pos="0">
                <a:srgbClr val="bf0000"/>
              </a:gs>
              <a:gs pos="100000">
                <a:srgbClr val="710000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1" lang="en-US" sz="4200" spc="-1" strike="noStrike">
                <a:solidFill>
                  <a:srgbClr val="ffff00"/>
                </a:solidFill>
                <a:latin typeface="Calibri"/>
                <a:ea typeface="DejaVu Sans"/>
              </a:rPr>
              <a:t>001 Palo Alto 2581 - 2581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232200" y="1302120"/>
            <a:ext cx="2272680" cy="1897560"/>
          </a:xfrm>
          <a:prstGeom prst="rect">
            <a:avLst/>
          </a:prstGeom>
          <a:noFill/>
          <a:ln w="0">
            <a:solidFill>
              <a:srgbClr val="c00000"/>
            </a:solidFill>
          </a:ln>
        </p:spPr>
        <p:txBody>
          <a:bodyPr lIns="0" rIns="0" tIns="0" bIns="0" anchor="t">
            <a:noAutofit/>
          </a:bodyPr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1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Palo Alto 2581 to 2587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2581: storage 0-setback: 3 x 8 x 6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2583, 2987: storage 0-setback (4 x 8 x 6)</a:t>
            </a:r>
            <a:endParaRPr b="0" lang="en-US" sz="1300" spc="-1" strike="noStrike">
              <a:latin typeface="Arial"/>
            </a:endParaRPr>
          </a:p>
          <a:p>
            <a:pPr marL="465120" indent="-465120">
              <a:lnSpc>
                <a:spcPct val="100000"/>
              </a:lnSpc>
              <a:spcBef>
                <a:spcPts val="360"/>
              </a:spcBef>
              <a:buClr>
                <a:srgbClr val="0070c0"/>
              </a:buClr>
              <a:buFont typeface="Wingdings" charset="2"/>
              <a:buChar char=""/>
            </a:pPr>
            <a:r>
              <a:rPr b="0" lang="en-US" sz="1300" spc="-1" strike="noStrike">
                <a:solidFill>
                  <a:srgbClr val="000000"/>
                </a:solidFill>
                <a:latin typeface="Calibri"/>
                <a:ea typeface="DejaVu Sans"/>
              </a:rPr>
              <a:t>2585: Shed 3-feet setback (6 x 8 x 8)</a:t>
            </a:r>
            <a:endParaRPr b="0" lang="en-US" sz="1300" spc="-1" strike="noStrike">
              <a:latin typeface="Arial"/>
            </a:endParaRPr>
          </a:p>
          <a:p>
            <a:pPr marL="228600" indent="-2286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300" spc="-1" strike="noStrike">
              <a:latin typeface="Arial"/>
            </a:endParaRPr>
          </a:p>
        </p:txBody>
      </p:sp>
      <p:sp>
        <p:nvSpPr>
          <p:cNvPr id="93" name="標題 4"/>
          <p:cNvSpPr/>
          <p:nvPr/>
        </p:nvSpPr>
        <p:spPr>
          <a:xfrm>
            <a:off x="0" y="723600"/>
            <a:ext cx="9123840" cy="32364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DejaVu Sans"/>
              </a:rPr>
              <a:t>https://www.hsinchu.gov.tw/cp.aspx?n=982&amp;s=263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10"/>
          </p:nvPr>
        </p:nvSpPr>
        <p:spPr>
          <a:xfrm>
            <a:off x="6553080" y="6356520"/>
            <a:ext cx="2097360" cy="32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62F4C94-49E0-446C-8E41-E0D652F27799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2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95" name="Rectangle 21"/>
          <p:cNvSpPr/>
          <p:nvPr/>
        </p:nvSpPr>
        <p:spPr>
          <a:xfrm>
            <a:off x="8161560" y="540504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6" name="Straight Arrow Connector 26"/>
          <p:cNvSpPr/>
          <p:nvPr/>
        </p:nvSpPr>
        <p:spPr>
          <a:xfrm flipV="1">
            <a:off x="8035200" y="5382720"/>
            <a:ext cx="702000" cy="21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7" name="Rectangle 76"/>
          <p:cNvSpPr/>
          <p:nvPr/>
        </p:nvSpPr>
        <p:spPr>
          <a:xfrm>
            <a:off x="4628520" y="1896480"/>
            <a:ext cx="3611520" cy="19180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Rectangle: Rounded Corners 86"/>
          <p:cNvSpPr/>
          <p:nvPr/>
        </p:nvSpPr>
        <p:spPr>
          <a:xfrm>
            <a:off x="4775040" y="4368960"/>
            <a:ext cx="1854000" cy="50688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9" name="Rectangle: Rounded Corners 87"/>
          <p:cNvSpPr/>
          <p:nvPr/>
        </p:nvSpPr>
        <p:spPr>
          <a:xfrm>
            <a:off x="4114800" y="3240000"/>
            <a:ext cx="2341440" cy="53532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0" name="Rectangle 88"/>
          <p:cNvSpPr/>
          <p:nvPr/>
        </p:nvSpPr>
        <p:spPr>
          <a:xfrm>
            <a:off x="6919920" y="2201400"/>
            <a:ext cx="1150560" cy="3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Carport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Rectangle 95"/>
          <p:cNvSpPr/>
          <p:nvPr/>
        </p:nvSpPr>
        <p:spPr>
          <a:xfrm>
            <a:off x="5226840" y="519840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Straight Arrow Connector 107"/>
          <p:cNvSpPr/>
          <p:nvPr/>
        </p:nvSpPr>
        <p:spPr>
          <a:xfrm flipH="1">
            <a:off x="8611920" y="3804840"/>
            <a:ext cx="360" cy="5382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Rectangle 108"/>
          <p:cNvSpPr/>
          <p:nvPr/>
        </p:nvSpPr>
        <p:spPr>
          <a:xfrm>
            <a:off x="8134200" y="380484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4" name="Straight Arrow Connector 110"/>
          <p:cNvSpPr/>
          <p:nvPr/>
        </p:nvSpPr>
        <p:spPr>
          <a:xfrm>
            <a:off x="8619120" y="5012280"/>
            <a:ext cx="360" cy="5180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5" name="Rectangle 118"/>
          <p:cNvSpPr/>
          <p:nvPr/>
        </p:nvSpPr>
        <p:spPr>
          <a:xfrm>
            <a:off x="7099200" y="4343400"/>
            <a:ext cx="936000" cy="6850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6" name="Rectangle 119"/>
          <p:cNvSpPr/>
          <p:nvPr/>
        </p:nvSpPr>
        <p:spPr>
          <a:xfrm>
            <a:off x="4628520" y="3838320"/>
            <a:ext cx="4074120" cy="166968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Straight Arrow Connector 124"/>
          <p:cNvSpPr/>
          <p:nvPr/>
        </p:nvSpPr>
        <p:spPr>
          <a:xfrm>
            <a:off x="8613360" y="4343400"/>
            <a:ext cx="360" cy="72432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8" name="Rectangle 125"/>
          <p:cNvSpPr/>
          <p:nvPr/>
        </p:nvSpPr>
        <p:spPr>
          <a:xfrm>
            <a:off x="8199000" y="446436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9" name="Straight Arrow Connector 130"/>
          <p:cNvSpPr/>
          <p:nvPr/>
        </p:nvSpPr>
        <p:spPr>
          <a:xfrm flipV="1">
            <a:off x="7099200" y="5378400"/>
            <a:ext cx="936000" cy="39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0" name="Rectangle 131"/>
          <p:cNvSpPr/>
          <p:nvPr/>
        </p:nvSpPr>
        <p:spPr>
          <a:xfrm>
            <a:off x="7445160" y="524916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Rectangle 135"/>
          <p:cNvSpPr/>
          <p:nvPr/>
        </p:nvSpPr>
        <p:spPr>
          <a:xfrm>
            <a:off x="4628520" y="5576760"/>
            <a:ext cx="3600000" cy="36612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(2585)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2" name="Rectangle 136"/>
          <p:cNvSpPr/>
          <p:nvPr/>
        </p:nvSpPr>
        <p:spPr>
          <a:xfrm>
            <a:off x="6183720" y="5997960"/>
            <a:ext cx="902160" cy="31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Rectangle 141"/>
          <p:cNvSpPr/>
          <p:nvPr/>
        </p:nvSpPr>
        <p:spPr>
          <a:xfrm>
            <a:off x="7157520" y="4522320"/>
            <a:ext cx="80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4" name="Rectangle 143"/>
          <p:cNvSpPr/>
          <p:nvPr/>
        </p:nvSpPr>
        <p:spPr>
          <a:xfrm>
            <a:off x="2562840" y="1159560"/>
            <a:ext cx="590040" cy="69516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5" name="Rectangle 144"/>
          <p:cNvSpPr/>
          <p:nvPr/>
        </p:nvSpPr>
        <p:spPr>
          <a:xfrm>
            <a:off x="2540520" y="120996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Straight Connector 148"/>
          <p:cNvSpPr/>
          <p:nvPr/>
        </p:nvSpPr>
        <p:spPr>
          <a:xfrm flipH="1" flipV="1">
            <a:off x="2726640" y="184356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Straight Arrow Connector 5"/>
          <p:cNvSpPr/>
          <p:nvPr/>
        </p:nvSpPr>
        <p:spPr>
          <a:xfrm>
            <a:off x="3297240" y="1179000"/>
            <a:ext cx="360" cy="6854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8" name="Rectangle 6"/>
          <p:cNvSpPr/>
          <p:nvPr/>
        </p:nvSpPr>
        <p:spPr>
          <a:xfrm>
            <a:off x="3058200" y="125532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5’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9" name="Straight Arrow Connector 8"/>
          <p:cNvSpPr/>
          <p:nvPr/>
        </p:nvSpPr>
        <p:spPr>
          <a:xfrm>
            <a:off x="2575800" y="1962360"/>
            <a:ext cx="6008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Rectangle 9"/>
          <p:cNvSpPr/>
          <p:nvPr/>
        </p:nvSpPr>
        <p:spPr>
          <a:xfrm>
            <a:off x="2568600" y="191700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Rectangle: Rounded Corners 28"/>
          <p:cNvSpPr/>
          <p:nvPr/>
        </p:nvSpPr>
        <p:spPr>
          <a:xfrm>
            <a:off x="4114800" y="2624760"/>
            <a:ext cx="2284920" cy="53532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2583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2" name="Rectangle: Rounded Corners 29"/>
          <p:cNvSpPr/>
          <p:nvPr/>
        </p:nvSpPr>
        <p:spPr>
          <a:xfrm>
            <a:off x="4114800" y="2031840"/>
            <a:ext cx="2262600" cy="535320"/>
          </a:xfrm>
          <a:prstGeom prst="roundRect">
            <a:avLst>
              <a:gd name="adj" fmla="val 16667"/>
            </a:avLst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2585 Car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3" name="Rectangle 30"/>
          <p:cNvSpPr/>
          <p:nvPr/>
        </p:nvSpPr>
        <p:spPr>
          <a:xfrm>
            <a:off x="2562840" y="1143000"/>
            <a:ext cx="6580440" cy="5713920"/>
          </a:xfrm>
          <a:prstGeom prst="rect">
            <a:avLst/>
          </a:prstGeom>
          <a:noFill/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4" name="Straight Arrow Connector 64"/>
          <p:cNvSpPr/>
          <p:nvPr/>
        </p:nvSpPr>
        <p:spPr>
          <a:xfrm>
            <a:off x="4572000" y="6171840"/>
            <a:ext cx="42548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000000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5" name="Rectangle 1"/>
          <p:cNvSpPr/>
          <p:nvPr/>
        </p:nvSpPr>
        <p:spPr>
          <a:xfrm>
            <a:off x="8703360" y="446436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16’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6" name="Straight Arrow Connector 1"/>
          <p:cNvSpPr/>
          <p:nvPr/>
        </p:nvSpPr>
        <p:spPr>
          <a:xfrm>
            <a:off x="8804880" y="3886200"/>
            <a:ext cx="360" cy="15030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7" name="Rectangle 2"/>
          <p:cNvSpPr/>
          <p:nvPr/>
        </p:nvSpPr>
        <p:spPr>
          <a:xfrm>
            <a:off x="8134200" y="502920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-1143000" y="3299760"/>
            <a:ext cx="4571280" cy="28717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Rectangle 10"/>
          <p:cNvSpPr/>
          <p:nvPr/>
        </p:nvSpPr>
        <p:spPr>
          <a:xfrm>
            <a:off x="-1086120" y="3528360"/>
            <a:ext cx="3600000" cy="50976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Main Building (2581 Alma)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0" name="Rectangle 7"/>
          <p:cNvSpPr/>
          <p:nvPr/>
        </p:nvSpPr>
        <p:spPr>
          <a:xfrm>
            <a:off x="2971800" y="4220640"/>
            <a:ext cx="462960" cy="92448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1" name="Rectangle 8"/>
          <p:cNvSpPr/>
          <p:nvPr/>
        </p:nvSpPr>
        <p:spPr>
          <a:xfrm>
            <a:off x="2063880" y="4825080"/>
            <a:ext cx="11728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2581</a:t>
            </a: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 flipH="1">
            <a:off x="2521080" y="3992040"/>
            <a:ext cx="457200" cy="228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"/>
          <p:cNvSpPr/>
          <p:nvPr/>
        </p:nvSpPr>
        <p:spPr>
          <a:xfrm flipH="1">
            <a:off x="2929680" y="3992040"/>
            <a:ext cx="45720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Rectangle 11"/>
          <p:cNvSpPr/>
          <p:nvPr/>
        </p:nvSpPr>
        <p:spPr>
          <a:xfrm>
            <a:off x="3547440" y="434340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8’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5" name="Straight Arrow Connector 2"/>
          <p:cNvSpPr/>
          <p:nvPr/>
        </p:nvSpPr>
        <p:spPr>
          <a:xfrm>
            <a:off x="3524760" y="4240440"/>
            <a:ext cx="21960" cy="924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6" name="Straight Arrow Connector 4"/>
          <p:cNvSpPr/>
          <p:nvPr/>
        </p:nvSpPr>
        <p:spPr>
          <a:xfrm>
            <a:off x="2923560" y="5299920"/>
            <a:ext cx="5047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7" name="Rectangle 12"/>
          <p:cNvSpPr/>
          <p:nvPr/>
        </p:nvSpPr>
        <p:spPr>
          <a:xfrm>
            <a:off x="2808000" y="529056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3’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38" name="Straight Arrow Connector 6"/>
          <p:cNvSpPr/>
          <p:nvPr/>
        </p:nvSpPr>
        <p:spPr>
          <a:xfrm>
            <a:off x="3524760" y="5284440"/>
            <a:ext cx="21960" cy="92484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9" name="Rectangle 13"/>
          <p:cNvSpPr/>
          <p:nvPr/>
        </p:nvSpPr>
        <p:spPr>
          <a:xfrm>
            <a:off x="3627000" y="548640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&gt; 16’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0" name="Straight Arrow Connector 89"/>
          <p:cNvSpPr/>
          <p:nvPr/>
        </p:nvSpPr>
        <p:spPr>
          <a:xfrm>
            <a:off x="4673520" y="5379120"/>
            <a:ext cx="241272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1" name="Rectangle 3"/>
          <p:cNvSpPr/>
          <p:nvPr/>
        </p:nvSpPr>
        <p:spPr>
          <a:xfrm>
            <a:off x="3549600" y="1143000"/>
            <a:ext cx="564840" cy="695160"/>
          </a:xfrm>
          <a:prstGeom prst="rect">
            <a:avLst/>
          </a:prstGeom>
          <a:solidFill>
            <a:srgbClr val="4f81bd"/>
          </a:solidFill>
          <a:ln>
            <a:solidFill>
              <a:srgbClr val="2238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2" name="Rectangle 4"/>
          <p:cNvSpPr/>
          <p:nvPr/>
        </p:nvSpPr>
        <p:spPr>
          <a:xfrm>
            <a:off x="3488760" y="120492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2587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43" name="Straight Connector 1"/>
          <p:cNvSpPr/>
          <p:nvPr/>
        </p:nvSpPr>
        <p:spPr>
          <a:xfrm flipH="1" flipV="1">
            <a:off x="3674880" y="1838520"/>
            <a:ext cx="394920" cy="180720"/>
          </a:xfrm>
          <a:prstGeom prst="line">
            <a:avLst/>
          </a:prstGeom>
          <a:ln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4" name="Straight Arrow Connector 7"/>
          <p:cNvSpPr/>
          <p:nvPr/>
        </p:nvSpPr>
        <p:spPr>
          <a:xfrm>
            <a:off x="3560040" y="1957320"/>
            <a:ext cx="60084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solidFill>
              <a:srgbClr val="4a7ebb"/>
            </a:solidFill>
            <a:headEnd len="med" type="triangle" w="med"/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45" name="Rectangle 14"/>
          <p:cNvSpPr/>
          <p:nvPr/>
        </p:nvSpPr>
        <p:spPr>
          <a:xfrm>
            <a:off x="3516840" y="1911960"/>
            <a:ext cx="715680" cy="3092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4’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884536B2-6EBB-4D27-A686-353913AC1F56}" type="datetime1">
              <a:rPr lang="en-US"/>
              <a:t>06/02/2026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0" y="2130480"/>
            <a:ext cx="9107640" cy="1433520"/>
          </a:xfrm>
          <a:prstGeom prst="rect">
            <a:avLst/>
          </a:prstGeom>
          <a:gradFill rotWithShape="0">
            <a:gsLst>
              <a:gs pos="0">
                <a:srgbClr val="00afef"/>
              </a:gs>
              <a:gs pos="100000">
                <a:srgbClr val="00688e"/>
              </a:gs>
            </a:gsLst>
            <a:lin ang="8100000"/>
          </a:gradFill>
          <a:ln w="0">
            <a:noFill/>
          </a:ln>
        </p:spPr>
        <p:txBody>
          <a:bodyPr lIns="0" rIns="0" tIns="0" bIns="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00"/>
                </a:solidFill>
                <a:latin typeface="Calibri"/>
                <a:ea typeface="DejaVu Sans"/>
              </a:rPr>
              <a:t>End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7618B61-305D-4D40-9C01-C3C3A5EF112C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fld id="{20EBDBEF-496A-44B8-8020-20A73D453169}" type="datetime1">
              <a:rPr lang="en-US"/>
              <a:t>06/02/2026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11380</TotalTime>
  <Application>LibreOffice/7.3.7.2$Linux_X86_64 LibreOffice_project/30$Build-2</Application>
  <AppVersion>15.0000</AppVersion>
  <Words>127</Words>
  <Paragraphs>33</Paragraphs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2018-09-28T16:40:41Z</dcterms:created>
  <dc:creator>USER</dc:creator>
  <dc:description/>
  <dc:language>en-US</dc:language>
  <cp:lastModifiedBy/>
  <dcterms:modified xsi:type="dcterms:W3CDTF">2026-06-02T21:25:18Z</dcterms:modified>
  <cp:revision>2482</cp:revision>
  <dc:subject/>
  <dc:title>Node JS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On-screen Show (4:3)</vt:lpwstr>
  </property>
  <property fmtid="{D5CDD505-2E9C-101B-9397-08002B2CF9AE}" pid="4" name="Slides">
    <vt:i4>3</vt:i4>
  </property>
</Properties>
</file>