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CC143C8-3E47-41BB-BD00-C293E228E35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5640" cy="339264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49680" cy="40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5080" cy="4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FBE8C50-E74E-4DC2-8FCE-E59EEACA5EC6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99A7ED-DBD9-4737-A9FD-D463D805616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D1DC0B-CFA9-478B-8367-468B868C75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B3E56E-72D8-4628-B599-9A3C2B7C76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52CEB8-4F85-4E23-86D3-80FEBA7EC0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BF4826-6136-43F3-B046-E7BB2430BA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EC9E94-3F4A-4D2E-B181-68F574E302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E379D3-3237-4DB8-9CD1-92D1AF3579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5A8CA7-7109-4A19-817C-ED9A58357F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24FD76-EDC0-465E-B0E5-FE81ED5684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251CA0-40D9-4D2C-8A6D-CA04234372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2C1B9E-2D0D-466B-B978-601905295F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BB36E9-BC84-4BE0-9CD0-204DADB475D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A8AB85-40B2-4BEC-B16F-C6AEAFAC03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2E00BA-2500-4125-8363-1CE84CE1BA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C170682-E3FC-4A28-99DD-8F2647776D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C7CB51-BDD8-4DC1-8D41-1E8626E43F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5D7CEA-8011-4601-A319-8D17172AC2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FCE206E-65EB-426E-9696-C6DF7DDC4A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F21A2A1-17C5-47A8-B018-197CE47293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615ED9-4875-498E-A698-0F28D86B3A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DB0513-30D0-41BE-BB4A-E93DDFFA40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7151DE-02BC-44E7-82ED-97B2C38181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A4D4D6-7037-4150-9C4D-0F7AB80FE46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E54A41A-12E6-4A00-8179-8319E83242A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8760" cy="32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7000" cy="32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11416EB-62B5-4904-9D76-B6AE93847B5E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7000" cy="32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8760" cy="32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7000" cy="32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EDEC2B8-5819-4D35-97E0-FB0DAFA9A0A0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7000" cy="32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7080" cy="143316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4080" cy="65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5040" cy="8762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4A0EBC-800E-41A8-BF92-C942C855C86E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13C731F1-8BA2-4311-A9FB-3E18ED557846}" type="datetime1">
              <a:rPr lang="en-US"/>
              <a:t>06/03/2026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6360" cy="72792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2320" cy="189720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2581: storage 0-setback: 3 x 8 x 6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2583, 2987: storage 0-setback (4 x 8 x 6)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2585: Shed 3-feet setback (6 x 8 x 8)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3480" cy="32328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7000" cy="32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392BB9-A9B2-47DE-97F5-56DC36E6751F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21"/>
          <p:cNvSpPr/>
          <p:nvPr/>
        </p:nvSpPr>
        <p:spPr>
          <a:xfrm>
            <a:off x="8161560" y="540504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6" name="Straight Arrow Connector 26"/>
          <p:cNvSpPr/>
          <p:nvPr/>
        </p:nvSpPr>
        <p:spPr>
          <a:xfrm flipV="1">
            <a:off x="8035200" y="5382000"/>
            <a:ext cx="701640" cy="18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6"/>
          <p:cNvSpPr/>
          <p:nvPr/>
        </p:nvSpPr>
        <p:spPr>
          <a:xfrm>
            <a:off x="4628520" y="1896480"/>
            <a:ext cx="3611160" cy="19177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: Rounded Corners 86"/>
          <p:cNvSpPr/>
          <p:nvPr/>
        </p:nvSpPr>
        <p:spPr>
          <a:xfrm>
            <a:off x="4775040" y="4368960"/>
            <a:ext cx="1853640" cy="50652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: Rounded Corners 87"/>
          <p:cNvSpPr/>
          <p:nvPr/>
        </p:nvSpPr>
        <p:spPr>
          <a:xfrm>
            <a:off x="4114800" y="3240000"/>
            <a:ext cx="2341080" cy="53496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Rectangle 88"/>
          <p:cNvSpPr/>
          <p:nvPr/>
        </p:nvSpPr>
        <p:spPr>
          <a:xfrm>
            <a:off x="6919920" y="2201400"/>
            <a:ext cx="1150200" cy="314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Rectangle 95"/>
          <p:cNvSpPr/>
          <p:nvPr/>
        </p:nvSpPr>
        <p:spPr>
          <a:xfrm>
            <a:off x="5226840" y="519840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Straight Arrow Connector 107"/>
          <p:cNvSpPr/>
          <p:nvPr/>
        </p:nvSpPr>
        <p:spPr>
          <a:xfrm flipH="1">
            <a:off x="8611200" y="3804840"/>
            <a:ext cx="360" cy="537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Rectangle 108"/>
          <p:cNvSpPr/>
          <p:nvPr/>
        </p:nvSpPr>
        <p:spPr>
          <a:xfrm>
            <a:off x="8134200" y="380484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Straight Arrow Connector 110"/>
          <p:cNvSpPr/>
          <p:nvPr/>
        </p:nvSpPr>
        <p:spPr>
          <a:xfrm>
            <a:off x="8619120" y="5012280"/>
            <a:ext cx="360" cy="5176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Rectangle 118"/>
          <p:cNvSpPr/>
          <p:nvPr/>
        </p:nvSpPr>
        <p:spPr>
          <a:xfrm>
            <a:off x="7099200" y="4343400"/>
            <a:ext cx="899640" cy="6847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119"/>
          <p:cNvSpPr/>
          <p:nvPr/>
        </p:nvSpPr>
        <p:spPr>
          <a:xfrm>
            <a:off x="4628520" y="3838320"/>
            <a:ext cx="4073760" cy="166932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Straight Arrow Connector 124"/>
          <p:cNvSpPr/>
          <p:nvPr/>
        </p:nvSpPr>
        <p:spPr>
          <a:xfrm>
            <a:off x="8613360" y="4343400"/>
            <a:ext cx="360" cy="7239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Rectangle 125"/>
          <p:cNvSpPr/>
          <p:nvPr/>
        </p:nvSpPr>
        <p:spPr>
          <a:xfrm>
            <a:off x="8199000" y="446436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Straight Arrow Connector 130"/>
          <p:cNvSpPr/>
          <p:nvPr/>
        </p:nvSpPr>
        <p:spPr>
          <a:xfrm flipV="1">
            <a:off x="7099200" y="5378400"/>
            <a:ext cx="935640" cy="36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Rectangle 131"/>
          <p:cNvSpPr/>
          <p:nvPr/>
        </p:nvSpPr>
        <p:spPr>
          <a:xfrm>
            <a:off x="7445160" y="524916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35"/>
          <p:cNvSpPr/>
          <p:nvPr/>
        </p:nvSpPr>
        <p:spPr>
          <a:xfrm>
            <a:off x="4628520" y="5576760"/>
            <a:ext cx="3599640" cy="36576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Rectangle 136"/>
          <p:cNvSpPr/>
          <p:nvPr/>
        </p:nvSpPr>
        <p:spPr>
          <a:xfrm>
            <a:off x="6183720" y="5997960"/>
            <a:ext cx="901800" cy="314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141"/>
          <p:cNvSpPr/>
          <p:nvPr/>
        </p:nvSpPr>
        <p:spPr>
          <a:xfrm>
            <a:off x="7157520" y="4018320"/>
            <a:ext cx="80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Rectangle 143"/>
          <p:cNvSpPr/>
          <p:nvPr/>
        </p:nvSpPr>
        <p:spPr>
          <a:xfrm>
            <a:off x="2562840" y="1159560"/>
            <a:ext cx="589680" cy="6948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Rectangle 144"/>
          <p:cNvSpPr/>
          <p:nvPr/>
        </p:nvSpPr>
        <p:spPr>
          <a:xfrm>
            <a:off x="2540520" y="120996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Straight Connector 148"/>
          <p:cNvSpPr/>
          <p:nvPr/>
        </p:nvSpPr>
        <p:spPr>
          <a:xfrm flipH="1" flipV="1">
            <a:off x="2726640" y="184356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Straight Arrow Connector 5"/>
          <p:cNvSpPr/>
          <p:nvPr/>
        </p:nvSpPr>
        <p:spPr>
          <a:xfrm>
            <a:off x="3297240" y="1179000"/>
            <a:ext cx="360" cy="685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Rectangle 6"/>
          <p:cNvSpPr/>
          <p:nvPr/>
        </p:nvSpPr>
        <p:spPr>
          <a:xfrm>
            <a:off x="3058200" y="125532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Straight Arrow Connector 8"/>
          <p:cNvSpPr/>
          <p:nvPr/>
        </p:nvSpPr>
        <p:spPr>
          <a:xfrm>
            <a:off x="2575800" y="1962360"/>
            <a:ext cx="6004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Rectangle 9"/>
          <p:cNvSpPr/>
          <p:nvPr/>
        </p:nvSpPr>
        <p:spPr>
          <a:xfrm>
            <a:off x="2568600" y="191700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: Rounded Corners 28"/>
          <p:cNvSpPr/>
          <p:nvPr/>
        </p:nvSpPr>
        <p:spPr>
          <a:xfrm>
            <a:off x="4114800" y="2624760"/>
            <a:ext cx="2284560" cy="53496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: Rounded Corners 29"/>
          <p:cNvSpPr/>
          <p:nvPr/>
        </p:nvSpPr>
        <p:spPr>
          <a:xfrm>
            <a:off x="4114800" y="2031840"/>
            <a:ext cx="2262240" cy="53496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 30"/>
          <p:cNvSpPr/>
          <p:nvPr/>
        </p:nvSpPr>
        <p:spPr>
          <a:xfrm>
            <a:off x="2562840" y="1143000"/>
            <a:ext cx="6580080" cy="571356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Straight Arrow Connector 64"/>
          <p:cNvSpPr/>
          <p:nvPr/>
        </p:nvSpPr>
        <p:spPr>
          <a:xfrm>
            <a:off x="4572000" y="6171840"/>
            <a:ext cx="42544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5" name="Rectangle 1"/>
          <p:cNvSpPr/>
          <p:nvPr/>
        </p:nvSpPr>
        <p:spPr>
          <a:xfrm>
            <a:off x="8703360" y="446436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6" name="Straight Arrow Connector 1"/>
          <p:cNvSpPr/>
          <p:nvPr/>
        </p:nvSpPr>
        <p:spPr>
          <a:xfrm>
            <a:off x="8804880" y="3886200"/>
            <a:ext cx="360" cy="15026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7" name="Rectangle 2"/>
          <p:cNvSpPr/>
          <p:nvPr/>
        </p:nvSpPr>
        <p:spPr>
          <a:xfrm>
            <a:off x="8134200" y="502920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-1143000" y="3299760"/>
            <a:ext cx="4570920" cy="28713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0"/>
          <p:cNvSpPr/>
          <p:nvPr/>
        </p:nvSpPr>
        <p:spPr>
          <a:xfrm>
            <a:off x="-1086120" y="3528360"/>
            <a:ext cx="3599640" cy="5094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0" name="Rectangle 7"/>
          <p:cNvSpPr/>
          <p:nvPr/>
        </p:nvSpPr>
        <p:spPr>
          <a:xfrm>
            <a:off x="2971800" y="4220640"/>
            <a:ext cx="462600" cy="9241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1" name="Rectangle 8"/>
          <p:cNvSpPr/>
          <p:nvPr/>
        </p:nvSpPr>
        <p:spPr>
          <a:xfrm>
            <a:off x="2063880" y="4825080"/>
            <a:ext cx="11725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"/>
          <p:cNvSpPr/>
          <p:nvPr/>
        </p:nvSpPr>
        <p:spPr>
          <a:xfrm flipH="1">
            <a:off x="2929680" y="3992040"/>
            <a:ext cx="45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Rectangle 11"/>
          <p:cNvSpPr/>
          <p:nvPr/>
        </p:nvSpPr>
        <p:spPr>
          <a:xfrm>
            <a:off x="3547440" y="434340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5" name="Straight Arrow Connector 2"/>
          <p:cNvSpPr/>
          <p:nvPr/>
        </p:nvSpPr>
        <p:spPr>
          <a:xfrm>
            <a:off x="3524760" y="4240440"/>
            <a:ext cx="21600" cy="9244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6" name="Straight Arrow Connector 4"/>
          <p:cNvSpPr/>
          <p:nvPr/>
        </p:nvSpPr>
        <p:spPr>
          <a:xfrm>
            <a:off x="2923560" y="5299920"/>
            <a:ext cx="5043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7" name="Rectangle 12"/>
          <p:cNvSpPr/>
          <p:nvPr/>
        </p:nvSpPr>
        <p:spPr>
          <a:xfrm>
            <a:off x="2808000" y="529056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Straight Arrow Connector 6"/>
          <p:cNvSpPr/>
          <p:nvPr/>
        </p:nvSpPr>
        <p:spPr>
          <a:xfrm>
            <a:off x="3524760" y="5284440"/>
            <a:ext cx="21600" cy="9244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Rectangle 13"/>
          <p:cNvSpPr/>
          <p:nvPr/>
        </p:nvSpPr>
        <p:spPr>
          <a:xfrm>
            <a:off x="3627000" y="548640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0" name="Straight Arrow Connector 89"/>
          <p:cNvSpPr/>
          <p:nvPr/>
        </p:nvSpPr>
        <p:spPr>
          <a:xfrm>
            <a:off x="4673520" y="5379120"/>
            <a:ext cx="24123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1" name="Rectangle 3"/>
          <p:cNvSpPr/>
          <p:nvPr/>
        </p:nvSpPr>
        <p:spPr>
          <a:xfrm>
            <a:off x="3549600" y="1143000"/>
            <a:ext cx="564480" cy="6948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2" name="Rectangle 4"/>
          <p:cNvSpPr/>
          <p:nvPr/>
        </p:nvSpPr>
        <p:spPr>
          <a:xfrm>
            <a:off x="3488760" y="120492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2587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3" name="Straight Connector 1"/>
          <p:cNvSpPr/>
          <p:nvPr/>
        </p:nvSpPr>
        <p:spPr>
          <a:xfrm flipH="1" flipV="1">
            <a:off x="3674880" y="183852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4" name="Straight Arrow Connector 7"/>
          <p:cNvSpPr/>
          <p:nvPr/>
        </p:nvSpPr>
        <p:spPr>
          <a:xfrm>
            <a:off x="3560040" y="1957320"/>
            <a:ext cx="6004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5" name="Rectangle 14"/>
          <p:cNvSpPr/>
          <p:nvPr/>
        </p:nvSpPr>
        <p:spPr>
          <a:xfrm>
            <a:off x="3516840" y="1911960"/>
            <a:ext cx="715320" cy="30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 flipV="1">
            <a:off x="7315200" y="4343400"/>
            <a:ext cx="0" cy="68472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"/>
          <p:cNvSpPr/>
          <p:nvPr/>
        </p:nvSpPr>
        <p:spPr>
          <a:xfrm flipV="1">
            <a:off x="7086600" y="4343400"/>
            <a:ext cx="0" cy="68580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"/>
          <p:cNvSpPr/>
          <p:nvPr/>
        </p:nvSpPr>
        <p:spPr>
          <a:xfrm flipH="1" flipV="1">
            <a:off x="7986240" y="4343400"/>
            <a:ext cx="12600" cy="68472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"/>
          <p:cNvSpPr/>
          <p:nvPr/>
        </p:nvSpPr>
        <p:spPr>
          <a:xfrm flipV="1">
            <a:off x="7543800" y="4363200"/>
            <a:ext cx="0" cy="68472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"/>
          <p:cNvSpPr/>
          <p:nvPr/>
        </p:nvSpPr>
        <p:spPr>
          <a:xfrm flipV="1">
            <a:off x="7772400" y="4343400"/>
            <a:ext cx="0" cy="68472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"/>
          <p:cNvSpPr/>
          <p:nvPr/>
        </p:nvSpPr>
        <p:spPr>
          <a:xfrm>
            <a:off x="7171200" y="5029200"/>
            <a:ext cx="756000" cy="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"/>
          <p:cNvSpPr/>
          <p:nvPr/>
        </p:nvSpPr>
        <p:spPr>
          <a:xfrm>
            <a:off x="7171200" y="4343400"/>
            <a:ext cx="756000" cy="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"/>
          <p:cNvSpPr/>
          <p:nvPr/>
        </p:nvSpPr>
        <p:spPr>
          <a:xfrm flipV="1">
            <a:off x="7171200" y="4307400"/>
            <a:ext cx="0" cy="684720"/>
          </a:xfrm>
          <a:prstGeom prst="line">
            <a:avLst/>
          </a:prstGeom>
          <a:ln w="18360">
            <a:solidFill>
              <a:srgbClr val="fff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"/>
          <p:cNvSpPr/>
          <p:nvPr/>
        </p:nvSpPr>
        <p:spPr>
          <a:xfrm flipV="1">
            <a:off x="7927200" y="4307400"/>
            <a:ext cx="0" cy="684720"/>
          </a:xfrm>
          <a:prstGeom prst="line">
            <a:avLst/>
          </a:prstGeom>
          <a:ln w="18360">
            <a:solidFill>
              <a:srgbClr val="fff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0686EFE6-47F4-4278-A4C8-37140798BDAF}" type="datetime1">
              <a:rPr lang="en-US"/>
              <a:t>06/03/2026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7280" cy="143316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FF835C-E1DE-4571-9305-B5F722805C9C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5FBCAF85-EE87-4E95-9F0F-14611161F7AD}" type="datetime1">
              <a:rPr lang="en-US"/>
              <a:t>06/03/2026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11400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2026-06-03T20:34:01Z</dcterms:modified>
  <cp:revision>2488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