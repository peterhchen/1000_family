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58E3D8B-F501-46EF-AF4B-C3E0235A1265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34920" cy="3391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48960" cy="407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4360" cy="41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04A739-7BB9-47E1-B5F6-947D9AAB51C3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3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2F79DA-DA70-448D-82B5-ED13A0F897C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6DA6B3-39C6-4D18-8C63-9C7E057C54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7AC274-A480-4A06-9DC2-974769CDCD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DEF76E-004E-47DA-A223-656F67A01C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E05686-9449-4F66-B067-4267787A02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E4B2B4-4F5A-4EBE-8524-0243E023703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86E704-DA27-43EC-BEC2-516C7D03A7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FC7342-2427-4961-8778-5482BDE95F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798AF9-9701-49B5-A27A-072E30E7E2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0ABFC0-8924-46CF-AF9C-5C61D55BBD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94B0858-19ED-44E1-A81A-29F99AE34AD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54C7F9-9E6B-4944-96E8-2D6265EDD3D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0921ADB-24AE-4ED8-99DA-B8A3EB28D3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455DE1D-B453-4773-A812-DEE67820C9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25EE603-AF52-4B38-BB4E-19AD7FD292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4E757E-0A43-426F-89AB-99CDAF260EF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286AC2B-7767-4F1B-B995-D63CEF7CBA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A2FA04-0DAC-4398-98A8-55E3CEE91E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80031CA-ADBB-4088-BCBA-4459188383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F977904-0151-4461-9BA5-69327EF6AA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8AA198B-BEFE-4E91-87B8-C9125B1F04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EE1387-C878-4EE0-8BF6-73042D9DEA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54D67EF-04AD-4E9F-AA0E-C8CA134F628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7032CE-3816-42DC-966C-1B61C30D20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5804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A37E9D5-795E-440B-BB67-B086AA93E233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5804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314F12-58AE-4DA6-B634-AF35D98D663C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6360" cy="143244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3360" cy="65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Pe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t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e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r 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H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. 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C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h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e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n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1"/>
          <a:stretch/>
        </p:blipFill>
        <p:spPr>
          <a:xfrm>
            <a:off x="4212000" y="3645000"/>
            <a:ext cx="904320" cy="8755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0B4696-38D8-4992-B5C7-6887AA0C091B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0524DCBA-8827-4AF2-A708-752428B9F52D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5640" cy="72720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Palo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Alto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2581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-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2581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271600" cy="189648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rIns="0" tIns="0" bIns="0" anchor="t">
            <a:noAutofit/>
          </a:bodyPr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P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l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l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1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7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1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: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r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g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0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c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k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: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3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6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3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,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9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7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: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r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g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0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c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k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(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4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6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: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h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d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3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f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c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k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(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6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2760" cy="32256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53B9DBB-7159-4AA6-A657-B6B4D5D86E91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95" name="Rectangle 21"/>
          <p:cNvSpPr/>
          <p:nvPr/>
        </p:nvSpPr>
        <p:spPr>
          <a:xfrm>
            <a:off x="8161560" y="540504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6" name="Straight Arrow Connector 26"/>
          <p:cNvSpPr/>
          <p:nvPr/>
        </p:nvSpPr>
        <p:spPr>
          <a:xfrm flipV="1">
            <a:off x="8339760" y="5381280"/>
            <a:ext cx="361800" cy="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6"/>
          <p:cNvSpPr/>
          <p:nvPr/>
        </p:nvSpPr>
        <p:spPr>
          <a:xfrm>
            <a:off x="5715000" y="1896480"/>
            <a:ext cx="2523960" cy="19170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: Rounded Corners 86"/>
          <p:cNvSpPr/>
          <p:nvPr/>
        </p:nvSpPr>
        <p:spPr>
          <a:xfrm>
            <a:off x="4497480" y="4066200"/>
            <a:ext cx="508320" cy="9630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9" name="Rectangle: Rounded Corners 87"/>
          <p:cNvSpPr/>
          <p:nvPr/>
        </p:nvSpPr>
        <p:spPr>
          <a:xfrm>
            <a:off x="5194800" y="3240000"/>
            <a:ext cx="2340360" cy="5342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Rectangle 88"/>
          <p:cNvSpPr/>
          <p:nvPr/>
        </p:nvSpPr>
        <p:spPr>
          <a:xfrm>
            <a:off x="7459920" y="2201400"/>
            <a:ext cx="1149480" cy="313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Carport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Rectangle 95"/>
          <p:cNvSpPr/>
          <p:nvPr/>
        </p:nvSpPr>
        <p:spPr>
          <a:xfrm>
            <a:off x="5226840" y="51984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19’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Straight Arrow Connector 107"/>
          <p:cNvSpPr/>
          <p:nvPr/>
        </p:nvSpPr>
        <p:spPr>
          <a:xfrm flipH="1">
            <a:off x="8609760" y="3804840"/>
            <a:ext cx="360" cy="537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Rectangle 108"/>
          <p:cNvSpPr/>
          <p:nvPr/>
        </p:nvSpPr>
        <p:spPr>
          <a:xfrm>
            <a:off x="8134200" y="380484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4" name="Straight Arrow Connector 110"/>
          <p:cNvSpPr/>
          <p:nvPr/>
        </p:nvSpPr>
        <p:spPr>
          <a:xfrm>
            <a:off x="8619120" y="5012280"/>
            <a:ext cx="360" cy="5169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5" name="Rectangle 119"/>
          <p:cNvSpPr/>
          <p:nvPr/>
        </p:nvSpPr>
        <p:spPr>
          <a:xfrm>
            <a:off x="4628520" y="3838320"/>
            <a:ext cx="4073040" cy="166860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Straight Arrow Connector 124"/>
          <p:cNvSpPr/>
          <p:nvPr/>
        </p:nvSpPr>
        <p:spPr>
          <a:xfrm>
            <a:off x="8613360" y="4343400"/>
            <a:ext cx="360" cy="7232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Rectangle 125"/>
          <p:cNvSpPr/>
          <p:nvPr/>
        </p:nvSpPr>
        <p:spPr>
          <a:xfrm>
            <a:off x="8199000" y="44643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Straight Arrow Connector 130"/>
          <p:cNvSpPr/>
          <p:nvPr/>
        </p:nvSpPr>
        <p:spPr>
          <a:xfrm flipV="1">
            <a:off x="7769160" y="5377680"/>
            <a:ext cx="588960" cy="28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9" name="Rectangle 131"/>
          <p:cNvSpPr/>
          <p:nvPr/>
        </p:nvSpPr>
        <p:spPr>
          <a:xfrm>
            <a:off x="7841160" y="5357160"/>
            <a:ext cx="55584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Rectangle 135"/>
          <p:cNvSpPr/>
          <p:nvPr/>
        </p:nvSpPr>
        <p:spPr>
          <a:xfrm>
            <a:off x="4628520" y="5576760"/>
            <a:ext cx="3598920" cy="3650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(2585)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Rectangle 136"/>
          <p:cNvSpPr/>
          <p:nvPr/>
        </p:nvSpPr>
        <p:spPr>
          <a:xfrm>
            <a:off x="6183720" y="5997960"/>
            <a:ext cx="901080" cy="313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Rectangle 141"/>
          <p:cNvSpPr/>
          <p:nvPr/>
        </p:nvSpPr>
        <p:spPr>
          <a:xfrm>
            <a:off x="7653600" y="3946320"/>
            <a:ext cx="80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Rectangle 143"/>
          <p:cNvSpPr/>
          <p:nvPr/>
        </p:nvSpPr>
        <p:spPr>
          <a:xfrm>
            <a:off x="2562840" y="1159560"/>
            <a:ext cx="588960" cy="6940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Rectangle 144"/>
          <p:cNvSpPr/>
          <p:nvPr/>
        </p:nvSpPr>
        <p:spPr>
          <a:xfrm>
            <a:off x="2540520" y="12099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Straight Connector 148"/>
          <p:cNvSpPr/>
          <p:nvPr/>
        </p:nvSpPr>
        <p:spPr>
          <a:xfrm flipH="1" flipV="1">
            <a:off x="2726640" y="184356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6" name="Straight Arrow Connector 5"/>
          <p:cNvSpPr/>
          <p:nvPr/>
        </p:nvSpPr>
        <p:spPr>
          <a:xfrm>
            <a:off x="3297240" y="1179000"/>
            <a:ext cx="360" cy="684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Rectangle 6"/>
          <p:cNvSpPr/>
          <p:nvPr/>
        </p:nvSpPr>
        <p:spPr>
          <a:xfrm>
            <a:off x="3058200" y="125532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Straight Arrow Connector 8"/>
          <p:cNvSpPr/>
          <p:nvPr/>
        </p:nvSpPr>
        <p:spPr>
          <a:xfrm>
            <a:off x="2575800" y="1962360"/>
            <a:ext cx="5997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Rectangle 9"/>
          <p:cNvSpPr/>
          <p:nvPr/>
        </p:nvSpPr>
        <p:spPr>
          <a:xfrm>
            <a:off x="2568600" y="19170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Rectangle: Rounded Corners 28"/>
          <p:cNvSpPr/>
          <p:nvPr/>
        </p:nvSpPr>
        <p:spPr>
          <a:xfrm>
            <a:off x="5194800" y="2624760"/>
            <a:ext cx="2283840" cy="5342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: Rounded Corners 29"/>
          <p:cNvSpPr/>
          <p:nvPr/>
        </p:nvSpPr>
        <p:spPr>
          <a:xfrm>
            <a:off x="5194800" y="2031840"/>
            <a:ext cx="2261520" cy="5342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 30"/>
          <p:cNvSpPr/>
          <p:nvPr/>
        </p:nvSpPr>
        <p:spPr>
          <a:xfrm>
            <a:off x="2562840" y="1143000"/>
            <a:ext cx="6579360" cy="571284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3" name="Straight Arrow Connector 64"/>
          <p:cNvSpPr/>
          <p:nvPr/>
        </p:nvSpPr>
        <p:spPr>
          <a:xfrm>
            <a:off x="4572000" y="6171840"/>
            <a:ext cx="42537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Rectangle 1"/>
          <p:cNvSpPr/>
          <p:nvPr/>
        </p:nvSpPr>
        <p:spPr>
          <a:xfrm>
            <a:off x="8703360" y="44643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Straight Arrow Connector 1"/>
          <p:cNvSpPr/>
          <p:nvPr/>
        </p:nvSpPr>
        <p:spPr>
          <a:xfrm>
            <a:off x="8804880" y="3886200"/>
            <a:ext cx="360" cy="1501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6" name="Rectangle 2"/>
          <p:cNvSpPr/>
          <p:nvPr/>
        </p:nvSpPr>
        <p:spPr>
          <a:xfrm>
            <a:off x="8134200" y="50292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-1143000" y="3299760"/>
            <a:ext cx="4570200" cy="28706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Rectangle 10"/>
          <p:cNvSpPr/>
          <p:nvPr/>
        </p:nvSpPr>
        <p:spPr>
          <a:xfrm>
            <a:off x="-1086120" y="3528360"/>
            <a:ext cx="3598920" cy="5086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(2581 Alma)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9" name="Rectangle 7"/>
          <p:cNvSpPr/>
          <p:nvPr/>
        </p:nvSpPr>
        <p:spPr>
          <a:xfrm>
            <a:off x="2971800" y="4220640"/>
            <a:ext cx="461880" cy="9234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0" name="Rectangle 8"/>
          <p:cNvSpPr/>
          <p:nvPr/>
        </p:nvSpPr>
        <p:spPr>
          <a:xfrm>
            <a:off x="2063880" y="4825080"/>
            <a:ext cx="11718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 flipH="1">
            <a:off x="2521080" y="3992040"/>
            <a:ext cx="45720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"/>
          <p:cNvSpPr/>
          <p:nvPr/>
        </p:nvSpPr>
        <p:spPr>
          <a:xfrm flipH="1">
            <a:off x="2929680" y="3992040"/>
            <a:ext cx="457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Rectangle 11"/>
          <p:cNvSpPr/>
          <p:nvPr/>
        </p:nvSpPr>
        <p:spPr>
          <a:xfrm>
            <a:off x="3547440" y="43434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4" name="Straight Arrow Connector 2"/>
          <p:cNvSpPr/>
          <p:nvPr/>
        </p:nvSpPr>
        <p:spPr>
          <a:xfrm>
            <a:off x="3524760" y="4240440"/>
            <a:ext cx="20880" cy="923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5" name="Straight Arrow Connector 4"/>
          <p:cNvSpPr/>
          <p:nvPr/>
        </p:nvSpPr>
        <p:spPr>
          <a:xfrm>
            <a:off x="2923560" y="5299920"/>
            <a:ext cx="5036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6" name="Rectangle 12"/>
          <p:cNvSpPr/>
          <p:nvPr/>
        </p:nvSpPr>
        <p:spPr>
          <a:xfrm>
            <a:off x="2808000" y="52905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Straight Arrow Connector 6"/>
          <p:cNvSpPr/>
          <p:nvPr/>
        </p:nvSpPr>
        <p:spPr>
          <a:xfrm>
            <a:off x="3524760" y="5284440"/>
            <a:ext cx="20880" cy="923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8" name="Rectangle 13"/>
          <p:cNvSpPr/>
          <p:nvPr/>
        </p:nvSpPr>
        <p:spPr>
          <a:xfrm>
            <a:off x="3627000" y="54864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&gt; 16’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9" name="Straight Arrow Connector 89"/>
          <p:cNvSpPr/>
          <p:nvPr/>
        </p:nvSpPr>
        <p:spPr>
          <a:xfrm flipV="1">
            <a:off x="4673520" y="5377680"/>
            <a:ext cx="3095640" cy="1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0" name="Rectangle 3"/>
          <p:cNvSpPr/>
          <p:nvPr/>
        </p:nvSpPr>
        <p:spPr>
          <a:xfrm>
            <a:off x="3549600" y="1143000"/>
            <a:ext cx="563760" cy="6940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1" name="Rectangle 4"/>
          <p:cNvSpPr/>
          <p:nvPr/>
        </p:nvSpPr>
        <p:spPr>
          <a:xfrm>
            <a:off x="3488760" y="120492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2587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2" name="Straight Arrow Connector 7"/>
          <p:cNvSpPr/>
          <p:nvPr/>
        </p:nvSpPr>
        <p:spPr>
          <a:xfrm>
            <a:off x="3560040" y="1957320"/>
            <a:ext cx="5997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3" name="Rectangle 14"/>
          <p:cNvSpPr/>
          <p:nvPr/>
        </p:nvSpPr>
        <p:spPr>
          <a:xfrm>
            <a:off x="3516840" y="19119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144" name=""/>
          <p:cNvGrpSpPr/>
          <p:nvPr/>
        </p:nvGrpSpPr>
        <p:grpSpPr>
          <a:xfrm>
            <a:off x="7795440" y="4258800"/>
            <a:ext cx="457560" cy="877320"/>
            <a:chOff x="7795440" y="4258800"/>
            <a:chExt cx="457560" cy="877320"/>
          </a:xfrm>
        </p:grpSpPr>
        <p:sp>
          <p:nvSpPr>
            <p:cNvPr id="145" name="Rectangle 118"/>
            <p:cNvSpPr/>
            <p:nvPr/>
          </p:nvSpPr>
          <p:spPr>
            <a:xfrm>
              <a:off x="7795440" y="4290840"/>
              <a:ext cx="454680" cy="809280"/>
            </a:xfrm>
            <a:prstGeom prst="rect">
              <a:avLst/>
            </a:prstGeom>
            <a:solidFill>
              <a:srgbClr val="4f81bd"/>
            </a:solidFill>
            <a:ln>
              <a:solidFill>
                <a:srgbClr val="22385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46" name=""/>
            <p:cNvSpPr/>
            <p:nvPr/>
          </p:nvSpPr>
          <p:spPr>
            <a:xfrm flipH="1">
              <a:off x="7795800" y="4523400"/>
              <a:ext cx="442440" cy="36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" name=""/>
            <p:cNvSpPr/>
            <p:nvPr/>
          </p:nvSpPr>
          <p:spPr>
            <a:xfrm flipV="1">
              <a:off x="8250120" y="4258800"/>
              <a:ext cx="2880" cy="87732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" name=""/>
            <p:cNvSpPr/>
            <p:nvPr/>
          </p:nvSpPr>
          <p:spPr>
            <a:xfrm flipH="1">
              <a:off x="7795800" y="4680000"/>
              <a:ext cx="457200" cy="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" name=""/>
            <p:cNvSpPr/>
            <p:nvPr/>
          </p:nvSpPr>
          <p:spPr>
            <a:xfrm flipH="1">
              <a:off x="7795800" y="4872600"/>
              <a:ext cx="442440" cy="36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"/>
            <p:cNvSpPr/>
            <p:nvPr/>
          </p:nvSpPr>
          <p:spPr>
            <a:xfrm>
              <a:off x="7795440" y="5100120"/>
              <a:ext cx="419040" cy="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"/>
            <p:cNvSpPr/>
            <p:nvPr/>
          </p:nvSpPr>
          <p:spPr>
            <a:xfrm flipV="1">
              <a:off x="7795800" y="4290840"/>
              <a:ext cx="418680" cy="1692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" name=""/>
            <p:cNvSpPr/>
            <p:nvPr/>
          </p:nvSpPr>
          <p:spPr>
            <a:xfrm flipV="1">
              <a:off x="7795440" y="4290480"/>
              <a:ext cx="360" cy="84564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3" name="Rectangle: Rounded Corners 1"/>
          <p:cNvSpPr/>
          <p:nvPr/>
        </p:nvSpPr>
        <p:spPr>
          <a:xfrm>
            <a:off x="5257800" y="4631400"/>
            <a:ext cx="2082960" cy="5058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54" name="Rectangle 5"/>
          <p:cNvSpPr/>
          <p:nvPr/>
        </p:nvSpPr>
        <p:spPr>
          <a:xfrm>
            <a:off x="6600600" y="505764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15’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55" name="Rectangle 15"/>
          <p:cNvSpPr/>
          <p:nvPr/>
        </p:nvSpPr>
        <p:spPr>
          <a:xfrm>
            <a:off x="4800600" y="5029200"/>
            <a:ext cx="42624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DejaVu Sans"/>
              </a:rPr>
              <a:t>6’</a:t>
            </a:r>
            <a:endParaRPr b="0" lang="en-US" sz="13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  <p:sp>
        <p:nvSpPr>
          <p:cNvPr id="156" name="Rectangle: Rounded Corners 2"/>
          <p:cNvSpPr/>
          <p:nvPr/>
        </p:nvSpPr>
        <p:spPr>
          <a:xfrm>
            <a:off x="5257800" y="3994200"/>
            <a:ext cx="2082960" cy="5058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DD79248C-CF69-49FF-8DBE-5067376580BB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6560" cy="143244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41B98DF-AAEC-4C71-8325-09C408FBB20A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BD19E276-53ED-430F-AC4D-0C990E895988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11425</TotalTime>
  <Application>LibreOffice/7.3.7.2$Linux_X86_64 LibreOffice_project/30$Build-2</Application>
  <AppVersion>15.0000</AppVersion>
  <Words>127</Words>
  <Paragraphs>33</Paragraphs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2018-09-28T16:40:41Z</dcterms:created>
  <dc:creator>USER</dc:creator>
  <dc:description/>
  <dc:language>en-US</dc:language>
  <cp:lastModifiedBy/>
  <dcterms:modified xsi:type="dcterms:W3CDTF">2026-07-04T21:05:50Z</dcterms:modified>
  <cp:revision>2499</cp:revision>
  <dc:subject/>
  <dc:title>Node JS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(4:3)</vt:lpwstr>
  </property>
  <property fmtid="{D5CDD505-2E9C-101B-9397-08002B2CF9AE}" pid="4" name="Slides">
    <vt:i4>3</vt:i4>
  </property>
</Properties>
</file>