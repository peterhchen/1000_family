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BE30FC3-8094-41C9-B634-B18F494F2D0D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37080" cy="339408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51120" cy="407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36520" cy="42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F206F3-0A23-4C5C-A4DD-7C85C96DE221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9BB429-1B88-4EDF-AE59-9D6BB2DCDC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574235B-37F9-47BA-BA9C-7427152EB4D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0AD704-BBD6-4C54-9AAC-8D70DA4CA6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A4FB05-0D56-4FCE-87DD-86CEA5A996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A7620AB-1642-4FDA-A95D-9B490B4DD18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53A9BC7-D917-4DAB-87B7-BE3026E58D6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09A9598-2D26-4ED4-8DA2-B862EA6CAE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619CEE9-5018-492F-8BEF-5DBFF0C1A3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FB158B-F92C-4354-AE73-8B83FEAA141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1448C8-E6CD-4099-B4BC-62D3EF4AF27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E1116A-67FA-4E89-A6E9-1280A1A092B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D77775-3C77-4225-8D25-232370CFC5C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BB7AF8-851D-42C3-8744-424CC3AB499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6E4DA98-BEF7-49E6-996C-C5D0846A44B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FE53191-ABE0-4AA8-BA7A-9871C227CC4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600AB6B-E924-4C6E-8D77-43163B0497C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99DE90E-B7FB-4977-B4F4-E24849E23F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192FB94-499E-43BB-A691-0DB2F004D24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94A157-0B29-4B47-AD00-A6165C6760C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88CC2D-5198-4E8B-9938-9FB814F2A23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8C5F74-A826-462F-87BD-7FAEEF4FB79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E125011-20FC-4768-B40A-AE2C97B0D08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4E9863-1275-42B2-B78B-6AFFFE07001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FF891C3-A223-464E-B8B6-802E77C731E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E8ADFB-F970-4FAE-9AD7-73E438E3CFC8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71114A-BFFC-437B-A9D5-6040C2D4A83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28520" cy="14346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2581 - 2587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371600" y="4563360"/>
            <a:ext cx="6365520" cy="65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Peter H. Chen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90" name="Picture 2" descr="Reinforcement learning - Wikipedia"/>
          <p:cNvPicPr/>
          <p:nvPr/>
        </p:nvPicPr>
        <p:blipFill>
          <a:blip r:embed="rId3"/>
          <a:stretch/>
        </p:blipFill>
        <p:spPr>
          <a:xfrm>
            <a:off x="4212000" y="3645000"/>
            <a:ext cx="906480" cy="877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6895BAA-7ECA-47E7-A469-7D3F41C61957}" type="slidenum">
              <a:rPr/>
              <a:t>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fld id="{C86E80A2-4B26-42D2-903A-CE8F0862CAB8}" type="datetime1">
              <a:rPr lang="en-US"/>
              <a:t>5/27/2026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080" y="0"/>
            <a:ext cx="9127800" cy="729360"/>
          </a:xfrm>
          <a:prstGeom prst="rect">
            <a:avLst/>
          </a:prstGeom>
          <a:gradFill rotWithShape="0">
            <a:gsLst>
              <a:gs pos="0">
                <a:srgbClr val="BF0000"/>
              </a:gs>
              <a:gs pos="100000">
                <a:srgbClr val="710000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2581 - 2581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232200" y="1302120"/>
            <a:ext cx="2739600" cy="29772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txBody>
          <a:bodyPr lIns="0" tIns="0" rIns="0" bIns="0" anchor="t">
            <a:noAutofit/>
          </a:bodyPr>
          <a:lstStyle/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Palo Alto 2581 to 2587</a:t>
            </a:r>
            <a:endParaRPr lang="en-US" sz="1300" b="0" strike="noStrike" spc="-1">
              <a:latin typeface="Arial"/>
            </a:endParaRPr>
          </a:p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en-US" sz="1300" b="0" strike="noStrike" spc="-1">
              <a:latin typeface="Arial"/>
            </a:endParaRPr>
          </a:p>
        </p:txBody>
      </p:sp>
      <p:sp>
        <p:nvSpPr>
          <p:cNvPr id="93" name="標題 4"/>
          <p:cNvSpPr/>
          <p:nvPr/>
        </p:nvSpPr>
        <p:spPr>
          <a:xfrm>
            <a:off x="0" y="723600"/>
            <a:ext cx="9124920" cy="32472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https://www.hsinchu.gov.tw/cp.aspx?n=982&amp;s=263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83ACF9-C690-4A22-A928-4DD9DEAA58E2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85B98A2D-A0AB-497E-912E-0872F80E272C}" type="datetime1">
              <a:rPr lang="en-US"/>
              <a:t>5/27/2026</a:t>
            </a:fld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FFDE05-5BD7-0422-0427-9855D7B84AE9}"/>
              </a:ext>
            </a:extLst>
          </p:cNvPr>
          <p:cNvCxnSpPr>
            <a:cxnSpLocks/>
          </p:cNvCxnSpPr>
          <p:nvPr/>
        </p:nvCxnSpPr>
        <p:spPr>
          <a:xfrm>
            <a:off x="3431822" y="4752622"/>
            <a:ext cx="48203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F3508A2-0EDF-5B4B-DA32-5051FC6F8452}"/>
              </a:ext>
            </a:extLst>
          </p:cNvPr>
          <p:cNvSpPr/>
          <p:nvPr/>
        </p:nvSpPr>
        <p:spPr>
          <a:xfrm>
            <a:off x="7557914" y="4301066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3’</a:t>
            </a:r>
            <a:r>
              <a:rPr lang="en-US" dirty="0"/>
              <a:t>’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B0B9D8-69D6-1004-4528-A2EF19D3BEAA}"/>
              </a:ext>
            </a:extLst>
          </p:cNvPr>
          <p:cNvCxnSpPr/>
          <p:nvPr/>
        </p:nvCxnSpPr>
        <p:spPr>
          <a:xfrm>
            <a:off x="7631289" y="4278488"/>
            <a:ext cx="5757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B63EB16B-CBB0-B5FA-7093-FB622DAEC4AE}"/>
              </a:ext>
            </a:extLst>
          </p:cNvPr>
          <p:cNvSpPr/>
          <p:nvPr/>
        </p:nvSpPr>
        <p:spPr>
          <a:xfrm>
            <a:off x="4628446" y="248356"/>
            <a:ext cx="3081866" cy="1727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EBD5468-351B-BDE3-3A62-D58878BC71F5}"/>
              </a:ext>
            </a:extLst>
          </p:cNvPr>
          <p:cNvSpPr/>
          <p:nvPr/>
        </p:nvSpPr>
        <p:spPr>
          <a:xfrm>
            <a:off x="3431822" y="2573866"/>
            <a:ext cx="2630311" cy="1128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703A463-1E3E-4564-9452-18C65361D7F1}"/>
              </a:ext>
            </a:extLst>
          </p:cNvPr>
          <p:cNvSpPr/>
          <p:nvPr/>
        </p:nvSpPr>
        <p:spPr>
          <a:xfrm>
            <a:off x="3313289" y="660398"/>
            <a:ext cx="3234267" cy="1128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876B242-8E76-B102-7DC4-E5F4D201B494}"/>
              </a:ext>
            </a:extLst>
          </p:cNvPr>
          <p:cNvSpPr/>
          <p:nvPr/>
        </p:nvSpPr>
        <p:spPr>
          <a:xfrm>
            <a:off x="6434669" y="530577"/>
            <a:ext cx="1151464" cy="316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Carport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5DCE287-432A-A49A-F0B3-D2657C3B9BA8}"/>
              </a:ext>
            </a:extLst>
          </p:cNvPr>
          <p:cNvCxnSpPr>
            <a:cxnSpLocks/>
          </p:cNvCxnSpPr>
          <p:nvPr/>
        </p:nvCxnSpPr>
        <p:spPr>
          <a:xfrm>
            <a:off x="3341511" y="4272847"/>
            <a:ext cx="28899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F15996E-7B8E-21DF-CB98-7E95167AAC79}"/>
              </a:ext>
            </a:extLst>
          </p:cNvPr>
          <p:cNvSpPr/>
          <p:nvPr/>
        </p:nvSpPr>
        <p:spPr>
          <a:xfrm>
            <a:off x="4380092" y="4329293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15’</a:t>
            </a:r>
            <a:r>
              <a:rPr lang="en-US" dirty="0"/>
              <a:t>’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E1E024F-9062-C67D-A6AE-E68AD20B88C1}"/>
              </a:ext>
            </a:extLst>
          </p:cNvPr>
          <p:cNvSpPr/>
          <p:nvPr/>
        </p:nvSpPr>
        <p:spPr>
          <a:xfrm>
            <a:off x="6570135" y="4306712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8’</a:t>
            </a:r>
            <a:r>
              <a:rPr lang="en-US" dirty="0"/>
              <a:t>’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461582A-8FF8-3037-6755-D321BCDA1A8D}"/>
              </a:ext>
            </a:extLst>
          </p:cNvPr>
          <p:cNvCxnSpPr>
            <a:cxnSpLocks/>
          </p:cNvCxnSpPr>
          <p:nvPr/>
        </p:nvCxnSpPr>
        <p:spPr>
          <a:xfrm>
            <a:off x="6287911" y="4278489"/>
            <a:ext cx="12982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E065B15-7E46-83CC-B33E-6742705BD935}"/>
              </a:ext>
            </a:extLst>
          </p:cNvPr>
          <p:cNvSpPr/>
          <p:nvPr/>
        </p:nvSpPr>
        <p:spPr>
          <a:xfrm>
            <a:off x="6338711" y="2415823"/>
            <a:ext cx="615244" cy="138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2AEC7DD-97E0-64A7-36AC-C401A98C8522}"/>
              </a:ext>
            </a:extLst>
          </p:cNvPr>
          <p:cNvSpPr/>
          <p:nvPr/>
        </p:nvSpPr>
        <p:spPr>
          <a:xfrm>
            <a:off x="8427158" y="2940755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16’</a:t>
            </a:r>
            <a:r>
              <a:rPr lang="en-US" dirty="0"/>
              <a:t>’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D2E554E-3816-B2BB-11A1-515A054FDB3E}"/>
              </a:ext>
            </a:extLst>
          </p:cNvPr>
          <p:cNvCxnSpPr/>
          <p:nvPr/>
        </p:nvCxnSpPr>
        <p:spPr>
          <a:xfrm>
            <a:off x="8116713" y="1986844"/>
            <a:ext cx="0" cy="4628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EA788C9-5822-67FD-094A-C0F3ECFC420A}"/>
              </a:ext>
            </a:extLst>
          </p:cNvPr>
          <p:cNvSpPr/>
          <p:nvPr/>
        </p:nvSpPr>
        <p:spPr>
          <a:xfrm>
            <a:off x="8003828" y="2105377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3’</a:t>
            </a:r>
            <a:r>
              <a:rPr lang="en-US" dirty="0"/>
              <a:t>’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9A193FF-EC9A-2429-8A87-7FB63F9BFD99}"/>
              </a:ext>
            </a:extLst>
          </p:cNvPr>
          <p:cNvSpPr/>
          <p:nvPr/>
        </p:nvSpPr>
        <p:spPr>
          <a:xfrm>
            <a:off x="7975602" y="3793066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3’</a:t>
            </a:r>
            <a:endParaRPr lang="en-US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E56863B-2C94-1CBF-2E0E-536E7D543647}"/>
              </a:ext>
            </a:extLst>
          </p:cNvPr>
          <p:cNvCxnSpPr/>
          <p:nvPr/>
        </p:nvCxnSpPr>
        <p:spPr>
          <a:xfrm>
            <a:off x="8111068" y="3708399"/>
            <a:ext cx="0" cy="4628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B4690FB-DAAF-86D2-5BA0-05029E007C61}"/>
              </a:ext>
            </a:extLst>
          </p:cNvPr>
          <p:cNvCxnSpPr/>
          <p:nvPr/>
        </p:nvCxnSpPr>
        <p:spPr>
          <a:xfrm>
            <a:off x="8782758" y="1964267"/>
            <a:ext cx="0" cy="2212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EE0B48F-CD9E-D2AC-9970-C382AE8E3162}"/>
              </a:ext>
            </a:extLst>
          </p:cNvPr>
          <p:cNvSpPr/>
          <p:nvPr/>
        </p:nvSpPr>
        <p:spPr>
          <a:xfrm>
            <a:off x="7992538" y="2923821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10’</a:t>
            </a:r>
            <a:r>
              <a:rPr lang="en-US" dirty="0"/>
              <a:t>’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3591E17-6173-7435-0CAD-44D59F606B97}"/>
              </a:ext>
            </a:extLst>
          </p:cNvPr>
          <p:cNvCxnSpPr/>
          <p:nvPr/>
        </p:nvCxnSpPr>
        <p:spPr>
          <a:xfrm>
            <a:off x="8105424" y="2449689"/>
            <a:ext cx="0" cy="12530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1719DE5-9756-C137-4DA0-646D713B5ECE}"/>
              </a:ext>
            </a:extLst>
          </p:cNvPr>
          <p:cNvCxnSpPr/>
          <p:nvPr/>
        </p:nvCxnSpPr>
        <p:spPr>
          <a:xfrm>
            <a:off x="6383867" y="3900310"/>
            <a:ext cx="5757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4240F53-B59B-7D62-5907-9B6DBA380F82}"/>
              </a:ext>
            </a:extLst>
          </p:cNvPr>
          <p:cNvSpPr/>
          <p:nvPr/>
        </p:nvSpPr>
        <p:spPr>
          <a:xfrm>
            <a:off x="6344359" y="3855155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4’</a:t>
            </a:r>
            <a:r>
              <a:rPr lang="en-US" dirty="0"/>
              <a:t>’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6411BCA-C774-3587-A016-32042103CE8B}"/>
              </a:ext>
            </a:extLst>
          </p:cNvPr>
          <p:cNvSpPr/>
          <p:nvPr/>
        </p:nvSpPr>
        <p:spPr>
          <a:xfrm>
            <a:off x="6965243" y="2415822"/>
            <a:ext cx="699913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4184EB5-739B-6A4F-D6E4-DABD23E4B4C0}"/>
              </a:ext>
            </a:extLst>
          </p:cNvPr>
          <p:cNvSpPr/>
          <p:nvPr/>
        </p:nvSpPr>
        <p:spPr>
          <a:xfrm>
            <a:off x="6959599" y="3143955"/>
            <a:ext cx="699913" cy="660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DAE32CC-4412-FDAE-82A7-1273F94FD0EA}"/>
              </a:ext>
            </a:extLst>
          </p:cNvPr>
          <p:cNvSpPr/>
          <p:nvPr/>
        </p:nvSpPr>
        <p:spPr>
          <a:xfrm>
            <a:off x="3352801" y="1964266"/>
            <a:ext cx="4921956" cy="2167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70C7334-7C96-5838-2965-04F683316456}"/>
              </a:ext>
            </a:extLst>
          </p:cNvPr>
          <p:cNvCxnSpPr>
            <a:cxnSpLocks/>
          </p:cNvCxnSpPr>
          <p:nvPr/>
        </p:nvCxnSpPr>
        <p:spPr>
          <a:xfrm>
            <a:off x="7761114" y="2370667"/>
            <a:ext cx="0" cy="711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EB644D4-1B7D-9594-5182-848C80D93C57}"/>
              </a:ext>
            </a:extLst>
          </p:cNvPr>
          <p:cNvSpPr/>
          <p:nvPr/>
        </p:nvSpPr>
        <p:spPr>
          <a:xfrm>
            <a:off x="7433740" y="2596442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5’</a:t>
            </a:r>
            <a:r>
              <a:rPr lang="en-US" dirty="0"/>
              <a:t>’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50EBD1F-6421-94B0-9A04-1C6E0CA337C8}"/>
              </a:ext>
            </a:extLst>
          </p:cNvPr>
          <p:cNvCxnSpPr>
            <a:cxnSpLocks/>
          </p:cNvCxnSpPr>
          <p:nvPr/>
        </p:nvCxnSpPr>
        <p:spPr>
          <a:xfrm>
            <a:off x="7766757" y="3110088"/>
            <a:ext cx="0" cy="7168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4D37148-89FC-C602-4EA8-581A41BD46A7}"/>
              </a:ext>
            </a:extLst>
          </p:cNvPr>
          <p:cNvSpPr/>
          <p:nvPr/>
        </p:nvSpPr>
        <p:spPr>
          <a:xfrm>
            <a:off x="7484539" y="3324574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5’</a:t>
            </a:r>
            <a:r>
              <a:rPr lang="en-US" dirty="0"/>
              <a:t>’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9BBDCC15-1516-53BB-2F35-26C34FD21618}"/>
              </a:ext>
            </a:extLst>
          </p:cNvPr>
          <p:cNvCxnSpPr>
            <a:cxnSpLocks/>
          </p:cNvCxnSpPr>
          <p:nvPr/>
        </p:nvCxnSpPr>
        <p:spPr>
          <a:xfrm>
            <a:off x="6976533" y="3894663"/>
            <a:ext cx="7224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011628A-1D2B-BB27-D499-226680F9598D}"/>
              </a:ext>
            </a:extLst>
          </p:cNvPr>
          <p:cNvSpPr/>
          <p:nvPr/>
        </p:nvSpPr>
        <p:spPr>
          <a:xfrm>
            <a:off x="6937025" y="3860797"/>
            <a:ext cx="716842" cy="310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chemeClr val="tx1"/>
                </a:solidFill>
              </a:rPr>
              <a:t>4’</a:t>
            </a:r>
            <a:r>
              <a:rPr lang="en-US" dirty="0"/>
              <a:t>’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48D596E-FC5B-3182-14E0-14636B763523}"/>
              </a:ext>
            </a:extLst>
          </p:cNvPr>
          <p:cNvSpPr/>
          <p:nvPr/>
        </p:nvSpPr>
        <p:spPr>
          <a:xfrm>
            <a:off x="3296357" y="4972756"/>
            <a:ext cx="4944532" cy="161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Building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5D8D79D-6512-7EF7-CB10-15DA58044447}"/>
              </a:ext>
            </a:extLst>
          </p:cNvPr>
          <p:cNvSpPr/>
          <p:nvPr/>
        </p:nvSpPr>
        <p:spPr>
          <a:xfrm>
            <a:off x="5328357" y="4763914"/>
            <a:ext cx="903111" cy="316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26’</a:t>
            </a:r>
            <a:r>
              <a:rPr lang="en-US" dirty="0"/>
              <a:t>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08720" cy="143460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6000" b="1" strike="noStrike" spc="-1">
                <a:solidFill>
                  <a:srgbClr val="FFFF00"/>
                </a:solidFill>
                <a:latin typeface="Calibri"/>
                <a:ea typeface="DejaVu Sans"/>
              </a:rPr>
              <a:t>End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046081-7BE4-4C10-815F-4EB01DC1A714}" type="slidenum">
              <a:t>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D9E850A2-ABF5-4059-9BCE-B29DE6BE7EDD}" type="datetime1">
              <a:rPr lang="en-US"/>
              <a:t>5/27/2026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11296</TotalTime>
  <Words>80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001 Palo Alto 2581 - 2587</vt:lpstr>
      <vt:lpstr>001 Palo Alto 2581 - 2581</vt:lpstr>
      <vt:lpstr>End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subject/>
  <dc:creator>USER</dc:creator>
  <dc:description/>
  <cp:lastModifiedBy>Peter Chen</cp:lastModifiedBy>
  <cp:revision>2451</cp:revision>
  <dcterms:created xsi:type="dcterms:W3CDTF">2018-09-28T16:40:41Z</dcterms:created>
  <dcterms:modified xsi:type="dcterms:W3CDTF">2026-05-27T22:55:29Z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3</vt:r8>
  </property>
</Properties>
</file>