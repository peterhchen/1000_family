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C4AFCE5-132F-4DED-8DDC-3C190E5D00C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6720" cy="33937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0760" cy="407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160" cy="42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E935E2-D901-4870-B6B4-7FAFDA577ADF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4301C7-5DB9-4E3A-91DB-6702CED823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8C743E-7F20-44B9-933A-7C8EAE2D96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6978E1-46A4-4188-98E5-6E50BE457A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3F5C81-31DF-4AFC-B10F-138E19EE30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C6189C-D56A-44A4-BD90-C6870112FB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A9DE04-E0B7-4416-A315-057D0F85BE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92E417-7605-4F4A-AE33-2E8D477002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73B9FB-9AE9-4E13-B950-AF78310DFE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8779E8-EE31-4688-9952-EBCEDCBE41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1647E6-5BCA-418E-8B20-4873B34735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6F5DAD-0DB3-4BCB-8E8D-892450937A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911B2E-5722-4214-B9BA-BCE7A100AA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3E0A9DF-19E0-4FF6-8D3D-09D6E7BAA5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1B5350-298E-4008-AC2D-87CF6FF966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FCC3E0-8260-49D8-889A-6BC7EA55C0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234086-4064-481E-9950-350F6AD40F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668FFD-204E-4D31-BD03-B017C636B6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96C54B-C898-42C9-A5A7-7136C2243C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7CD31A-C8E1-479A-B115-36995D2B96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7F79CB-4AC0-487E-A7B7-C80FDAD808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BDD2B6-C838-4901-BD7B-072172BD9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C5C471-91FD-4644-9363-A55BDD05B8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BC0E4D-C92C-44C8-8EE8-F0559AD27C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2AB324-A4AE-4ECB-93A5-2C2E4F84592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984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08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FD8CCA-AB51-450A-9431-F0A26C6C9F2C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08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984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08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F268BA-853E-498B-A2F8-A456ABA0A8B0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08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160" cy="143424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160" cy="65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6120" cy="8773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426B0E-B968-449A-A8D1-D899920A0427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4E06473D-BA9C-4048-A89B-4E6198CBF656}" type="datetime1">
              <a:rPr lang="en-US"/>
              <a:t>05/29/2026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440" cy="72900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Pal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Alt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-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81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3400" cy="189828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Alt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to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1: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stor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age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setb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ack: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3,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298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7: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stor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age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setb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ack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(4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5: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She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d 3-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feet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setb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ack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(6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 x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560" cy="32436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080" cy="3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84D45F-59ED-4D88-8BE5-0220425D99EE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>
            <a:off x="8298000" y="5384880"/>
            <a:ext cx="4399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4628520" y="1896480"/>
            <a:ext cx="3612240" cy="19188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775040" y="4368960"/>
            <a:ext cx="2110680" cy="5076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3996360" y="3240000"/>
            <a:ext cx="2460600" cy="5360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6919920" y="2201400"/>
            <a:ext cx="1151280" cy="315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Straight Arrow Connector 89"/>
          <p:cNvSpPr/>
          <p:nvPr/>
        </p:nvSpPr>
        <p:spPr>
          <a:xfrm>
            <a:off x="4673520" y="5379120"/>
            <a:ext cx="2483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2" name="Rectangle 95"/>
          <p:cNvSpPr/>
          <p:nvPr/>
        </p:nvSpPr>
        <p:spPr>
          <a:xfrm>
            <a:off x="5226840" y="519840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17’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Straight Arrow Connector 107"/>
          <p:cNvSpPr/>
          <p:nvPr/>
        </p:nvSpPr>
        <p:spPr>
          <a:xfrm>
            <a:off x="8636040" y="3838320"/>
            <a:ext cx="360" cy="304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4" name="Rectangle 108"/>
          <p:cNvSpPr/>
          <p:nvPr/>
        </p:nvSpPr>
        <p:spPr>
          <a:xfrm>
            <a:off x="8062200" y="380484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Straight Arrow Connector 110"/>
          <p:cNvSpPr/>
          <p:nvPr/>
        </p:nvSpPr>
        <p:spPr>
          <a:xfrm>
            <a:off x="8619120" y="5012280"/>
            <a:ext cx="360" cy="518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118"/>
          <p:cNvSpPr/>
          <p:nvPr/>
        </p:nvSpPr>
        <p:spPr>
          <a:xfrm>
            <a:off x="7270200" y="4114800"/>
            <a:ext cx="981720" cy="9144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Rectangle 119"/>
          <p:cNvSpPr/>
          <p:nvPr/>
        </p:nvSpPr>
        <p:spPr>
          <a:xfrm>
            <a:off x="4628520" y="3838320"/>
            <a:ext cx="4074840" cy="167040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Straight Arrow Connector 124"/>
          <p:cNvSpPr/>
          <p:nvPr/>
        </p:nvSpPr>
        <p:spPr>
          <a:xfrm>
            <a:off x="8613360" y="4142880"/>
            <a:ext cx="22680" cy="925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125"/>
          <p:cNvSpPr/>
          <p:nvPr/>
        </p:nvSpPr>
        <p:spPr>
          <a:xfrm>
            <a:off x="8199000" y="446436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Straight Arrow Connector 130"/>
          <p:cNvSpPr/>
          <p:nvPr/>
        </p:nvSpPr>
        <p:spPr>
          <a:xfrm flipV="1">
            <a:off x="7224840" y="5381280"/>
            <a:ext cx="1027080" cy="25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Rectangle 131"/>
          <p:cNvSpPr/>
          <p:nvPr/>
        </p:nvSpPr>
        <p:spPr>
          <a:xfrm>
            <a:off x="7445160" y="524916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35"/>
          <p:cNvSpPr/>
          <p:nvPr/>
        </p:nvSpPr>
        <p:spPr>
          <a:xfrm>
            <a:off x="4628520" y="5576760"/>
            <a:ext cx="3600720" cy="3668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36"/>
          <p:cNvSpPr/>
          <p:nvPr/>
        </p:nvSpPr>
        <p:spPr>
          <a:xfrm>
            <a:off x="6183720" y="5997960"/>
            <a:ext cx="902880" cy="315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Rectangle 141"/>
          <p:cNvSpPr/>
          <p:nvPr/>
        </p:nvSpPr>
        <p:spPr>
          <a:xfrm>
            <a:off x="7445520" y="4414320"/>
            <a:ext cx="80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Rectangle 143"/>
          <p:cNvSpPr/>
          <p:nvPr/>
        </p:nvSpPr>
        <p:spPr>
          <a:xfrm>
            <a:off x="2709360" y="1112040"/>
            <a:ext cx="1176840" cy="4680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6" name="Rectangle 144"/>
          <p:cNvSpPr/>
          <p:nvPr/>
        </p:nvSpPr>
        <p:spPr>
          <a:xfrm>
            <a:off x="3008520" y="117396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Straight Connector 148"/>
          <p:cNvSpPr/>
          <p:nvPr/>
        </p:nvSpPr>
        <p:spPr>
          <a:xfrm flipH="1" flipV="1">
            <a:off x="3194640" y="1591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Straight Arrow Connector 5"/>
          <p:cNvSpPr/>
          <p:nvPr/>
        </p:nvSpPr>
        <p:spPr>
          <a:xfrm>
            <a:off x="4010400" y="1112040"/>
            <a:ext cx="360" cy="558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Rectangle 6"/>
          <p:cNvSpPr/>
          <p:nvPr/>
        </p:nvSpPr>
        <p:spPr>
          <a:xfrm>
            <a:off x="3886200" y="121932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Straight Arrow Connector 8"/>
          <p:cNvSpPr/>
          <p:nvPr/>
        </p:nvSpPr>
        <p:spPr>
          <a:xfrm>
            <a:off x="2827800" y="1710360"/>
            <a:ext cx="1241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1" name="Rectangle 9"/>
          <p:cNvSpPr/>
          <p:nvPr/>
        </p:nvSpPr>
        <p:spPr>
          <a:xfrm>
            <a:off x="3036600" y="166500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: Rounded Corners 28"/>
          <p:cNvSpPr/>
          <p:nvPr/>
        </p:nvSpPr>
        <p:spPr>
          <a:xfrm>
            <a:off x="3990600" y="2624760"/>
            <a:ext cx="2409840" cy="5360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: Rounded Corners 29"/>
          <p:cNvSpPr/>
          <p:nvPr/>
        </p:nvSpPr>
        <p:spPr>
          <a:xfrm>
            <a:off x="3962520" y="2031840"/>
            <a:ext cx="2415600" cy="5360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4" name="Rectangle 30"/>
          <p:cNvSpPr/>
          <p:nvPr/>
        </p:nvSpPr>
        <p:spPr>
          <a:xfrm>
            <a:off x="2562840" y="1027440"/>
            <a:ext cx="6581160" cy="583020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Straight Arrow Connector 64"/>
          <p:cNvSpPr/>
          <p:nvPr/>
        </p:nvSpPr>
        <p:spPr>
          <a:xfrm>
            <a:off x="4572000" y="6171840"/>
            <a:ext cx="42555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Rectangle 1"/>
          <p:cNvSpPr/>
          <p:nvPr/>
        </p:nvSpPr>
        <p:spPr>
          <a:xfrm>
            <a:off x="8703360" y="446436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7" name="Straight Arrow Connector 1"/>
          <p:cNvSpPr/>
          <p:nvPr/>
        </p:nvSpPr>
        <p:spPr>
          <a:xfrm>
            <a:off x="8804880" y="3886200"/>
            <a:ext cx="360" cy="1503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8" name="Rectangle 2"/>
          <p:cNvSpPr/>
          <p:nvPr/>
        </p:nvSpPr>
        <p:spPr>
          <a:xfrm>
            <a:off x="8134200" y="502920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3"/>
          <p:cNvSpPr/>
          <p:nvPr/>
        </p:nvSpPr>
        <p:spPr>
          <a:xfrm>
            <a:off x="4355280" y="1075320"/>
            <a:ext cx="1176840" cy="4680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0" name="Rectangle 4"/>
          <p:cNvSpPr/>
          <p:nvPr/>
        </p:nvSpPr>
        <p:spPr>
          <a:xfrm>
            <a:off x="4654440" y="113724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Straight Connector 1"/>
          <p:cNvSpPr/>
          <p:nvPr/>
        </p:nvSpPr>
        <p:spPr>
          <a:xfrm flipH="1" flipV="1">
            <a:off x="4840560" y="155484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2" name="Straight Arrow Connector 3"/>
          <p:cNvSpPr/>
          <p:nvPr/>
        </p:nvSpPr>
        <p:spPr>
          <a:xfrm>
            <a:off x="4401720" y="1673640"/>
            <a:ext cx="1241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3" name="Rectangle 5"/>
          <p:cNvSpPr/>
          <p:nvPr/>
        </p:nvSpPr>
        <p:spPr>
          <a:xfrm>
            <a:off x="4682520" y="162828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-1143000" y="3299760"/>
            <a:ext cx="4572000" cy="28724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Rectangle 10"/>
          <p:cNvSpPr/>
          <p:nvPr/>
        </p:nvSpPr>
        <p:spPr>
          <a:xfrm>
            <a:off x="-1086120" y="3528360"/>
            <a:ext cx="3600720" cy="5104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6" name="Rectangle 7"/>
          <p:cNvSpPr/>
          <p:nvPr/>
        </p:nvSpPr>
        <p:spPr>
          <a:xfrm>
            <a:off x="2971800" y="4220640"/>
            <a:ext cx="463680" cy="9252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Rectangle 8"/>
          <p:cNvSpPr/>
          <p:nvPr/>
        </p:nvSpPr>
        <p:spPr>
          <a:xfrm>
            <a:off x="2063880" y="4825080"/>
            <a:ext cx="11736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"/>
          <p:cNvSpPr/>
          <p:nvPr/>
        </p:nvSpPr>
        <p:spPr>
          <a:xfrm flipH="1">
            <a:off x="2929680" y="3992040"/>
            <a:ext cx="457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Rectangle 11"/>
          <p:cNvSpPr/>
          <p:nvPr/>
        </p:nvSpPr>
        <p:spPr>
          <a:xfrm>
            <a:off x="3547440" y="434340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traight Arrow Connector 2"/>
          <p:cNvSpPr/>
          <p:nvPr/>
        </p:nvSpPr>
        <p:spPr>
          <a:xfrm>
            <a:off x="3524760" y="4240440"/>
            <a:ext cx="22680" cy="925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2" name="Straight Arrow Connector 4"/>
          <p:cNvSpPr/>
          <p:nvPr/>
        </p:nvSpPr>
        <p:spPr>
          <a:xfrm>
            <a:off x="2923560" y="5299920"/>
            <a:ext cx="5054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3" name="Rectangle 12"/>
          <p:cNvSpPr/>
          <p:nvPr/>
        </p:nvSpPr>
        <p:spPr>
          <a:xfrm>
            <a:off x="2808000" y="529056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4" name="Straight Arrow Connector 6"/>
          <p:cNvSpPr/>
          <p:nvPr/>
        </p:nvSpPr>
        <p:spPr>
          <a:xfrm>
            <a:off x="3524760" y="5284440"/>
            <a:ext cx="22680" cy="925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5" name="Rectangle 13"/>
          <p:cNvSpPr/>
          <p:nvPr/>
        </p:nvSpPr>
        <p:spPr>
          <a:xfrm>
            <a:off x="3627000" y="5486400"/>
            <a:ext cx="716400" cy="309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D9253A66-134D-47F3-864C-67C860E19ADF}" type="datetime1">
              <a:rPr lang="en-US"/>
              <a:t>05/29/2026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360" cy="143424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2982E2-2B53-4567-8477-142B20D0330E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BD320D0C-BE92-4AFC-861F-96A65683545A}" type="datetime1">
              <a:rPr lang="en-US"/>
              <a:t>05/29/2026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11369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2026-05-29T21:54:15Z</dcterms:modified>
  <cp:revision>2476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