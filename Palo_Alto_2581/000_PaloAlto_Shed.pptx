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</a:t>
            </a:r>
            <a:r>
              <a:rPr b="0" lang="en-US" sz="4400" spc="-1" strike="noStrike">
                <a:latin typeface="Arial"/>
              </a:rPr>
              <a:t>ic</a:t>
            </a:r>
            <a:r>
              <a:rPr b="0" lang="en-US" sz="4400" spc="-1" strike="noStrike">
                <a:latin typeface="Arial"/>
              </a:rPr>
              <a:t>k </a:t>
            </a:r>
            <a:r>
              <a:rPr b="0" lang="en-US" sz="4400" spc="-1" strike="noStrike">
                <a:latin typeface="Arial"/>
              </a:rPr>
              <a:t>to </a:t>
            </a:r>
            <a:r>
              <a:rPr b="0" lang="en-US" sz="4400" spc="-1" strike="noStrike">
                <a:latin typeface="Arial"/>
              </a:rPr>
              <a:t>m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v</a:t>
            </a:r>
            <a:r>
              <a:rPr b="0" lang="en-US" sz="4400" spc="-1" strike="noStrike">
                <a:latin typeface="Arial"/>
              </a:rPr>
              <a:t>e </a:t>
            </a:r>
            <a:r>
              <a:rPr b="0" lang="en-US" sz="4400" spc="-1" strike="noStrike">
                <a:latin typeface="Arial"/>
              </a:rPr>
              <a:t>th</a:t>
            </a:r>
            <a:r>
              <a:rPr b="0" lang="en-US" sz="4400" spc="-1" strike="noStrike">
                <a:latin typeface="Arial"/>
              </a:rPr>
              <a:t>e </a:t>
            </a:r>
            <a:r>
              <a:rPr b="0" lang="en-US" sz="4400" spc="-1" strike="noStrike">
                <a:latin typeface="Arial"/>
              </a:rPr>
              <a:t>sli</a:t>
            </a:r>
            <a:r>
              <a:rPr b="0" lang="en-US" sz="4400" spc="-1" strike="noStrike">
                <a:latin typeface="Arial"/>
              </a:rPr>
              <a:t>d</a:t>
            </a:r>
            <a:r>
              <a:rPr b="0" lang="en-US" sz="4400" spc="-1" strike="noStrike">
                <a:latin typeface="Arial"/>
              </a:rPr>
              <a:t>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</a:t>
            </a:r>
            <a:r>
              <a:rPr b="0" lang="en-US" sz="2000" spc="-1" strike="noStrike">
                <a:latin typeface="Arial"/>
              </a:rPr>
              <a:t>k </a:t>
            </a:r>
            <a:r>
              <a:rPr b="0" lang="en-US" sz="2000" spc="-1" strike="noStrike">
                <a:latin typeface="Arial"/>
              </a:rPr>
              <a:t>to </a:t>
            </a:r>
            <a:r>
              <a:rPr b="0" lang="en-US" sz="2000" spc="-1" strike="noStrike">
                <a:latin typeface="Arial"/>
              </a:rPr>
              <a:t>ed</a:t>
            </a:r>
            <a:r>
              <a:rPr b="0" lang="en-US" sz="2000" spc="-1" strike="noStrike">
                <a:latin typeface="Arial"/>
              </a:rPr>
              <a:t>it </a:t>
            </a:r>
            <a:r>
              <a:rPr b="0" lang="en-US" sz="2000" spc="-1" strike="noStrike">
                <a:latin typeface="Arial"/>
              </a:rPr>
              <a:t>th</a:t>
            </a:r>
            <a:r>
              <a:rPr b="0" lang="en-US" sz="2000" spc="-1" strike="noStrike">
                <a:latin typeface="Arial"/>
              </a:rPr>
              <a:t>e </a:t>
            </a:r>
            <a:r>
              <a:rPr b="0" lang="en-US" sz="2000" spc="-1" strike="noStrike">
                <a:latin typeface="Arial"/>
              </a:rPr>
              <a:t>no</a:t>
            </a:r>
            <a:r>
              <a:rPr b="0" lang="en-US" sz="2000" spc="-1" strike="noStrike">
                <a:latin typeface="Arial"/>
              </a:rPr>
              <a:t>te</a:t>
            </a:r>
            <a:r>
              <a:rPr b="0" lang="en-US" sz="2000" spc="-1" strike="noStrike">
                <a:latin typeface="Arial"/>
              </a:rPr>
              <a:t>s </a:t>
            </a:r>
            <a:r>
              <a:rPr b="0" lang="en-US" sz="2000" spc="-1" strike="noStrike">
                <a:latin typeface="Arial"/>
              </a:rPr>
              <a:t>for</a:t>
            </a:r>
            <a:r>
              <a:rPr b="0" lang="en-US" sz="2000" spc="-1" strike="noStrike">
                <a:latin typeface="Arial"/>
              </a:rPr>
              <a:t>m</a:t>
            </a:r>
            <a:r>
              <a:rPr b="0" lang="en-US" sz="2000" spc="-1" strike="noStrike">
                <a:latin typeface="Arial"/>
              </a:rPr>
              <a:t>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B721B22-5384-45CF-88A3-F7E227EF8863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34560" cy="339156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48600" cy="407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4000" cy="419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0CA86F-25F5-4375-96AE-4F3A19BF26C9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3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D8DD4C-2E1D-42CB-AAF6-90DE07C4EE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34B1D3-8D2F-4970-BA24-3A506B3B5A1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6A0796-862E-496D-B15C-934F8FD3DC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E6BE0C-CD98-4578-BC55-A41629712E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B96057-E178-4CF3-9DCA-746CC8FDC87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3C1584-A97F-41CE-99D8-E695EE29000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046E37A-6700-499F-BAF8-7C434F450A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C5E58A-A5EC-4DE1-BEC7-B660EAB42B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8E9ED8-5455-40C2-B254-45644D30EA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EB7A8A-BB4D-4E13-9BD4-AB5BFC7EA37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41C09A-6975-4342-A462-E0DABF50466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6B5627-FBE8-41C9-BD49-A6C28CCED58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FF80218-D5B7-47ED-8A00-E7D6F9FDD2A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6A37E99-A83F-444E-81BE-2A3B5FFA7A1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C87C842-0A92-4A40-8636-A89A62E597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D630A25-1B73-48D0-94E0-B524281E02E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A55A547-E485-4443-9994-352BB4E0A10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72F555-253E-46AC-AC83-4984484E59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B4B267-6DB9-4C9A-ABE7-E101360A06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45F826-CBBA-4F60-BAF4-929E10F1AE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85422A-C0CB-4493-8E7F-D31CD18CDE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AA3348-36F4-4454-A1E4-DA16E1DE60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600D10A-4ECD-4D71-A907-2815565ED2D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3B5D67C-5584-4655-9704-DD4E2849170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57680" cy="32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 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5920" cy="32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6F7384A-81B6-4C1B-B39C-8AD70774BDD8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5920" cy="32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07/04/2026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57680" cy="32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5920" cy="32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CBF1C53-2726-43DA-91A5-F22D9D360999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5920" cy="32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l</a:t>
            </a:r>
            <a:r>
              <a:rPr b="0" lang="en-US" sz="4400" spc="-1" strike="noStrike">
                <a:latin typeface="Arial"/>
              </a:rPr>
              <a:t>i</a:t>
            </a:r>
            <a:r>
              <a:rPr b="0" lang="en-US" sz="4400" spc="-1" strike="noStrike">
                <a:latin typeface="Arial"/>
              </a:rPr>
              <a:t>c</a:t>
            </a:r>
            <a:r>
              <a:rPr b="0" lang="en-US" sz="4400" spc="-1" strike="noStrike">
                <a:latin typeface="Arial"/>
              </a:rPr>
              <a:t>k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d</a:t>
            </a:r>
            <a:r>
              <a:rPr b="0" lang="en-US" sz="4400" spc="-1" strike="noStrike">
                <a:latin typeface="Arial"/>
              </a:rPr>
              <a:t>i</a:t>
            </a:r>
            <a:r>
              <a:rPr b="0" lang="en-US" sz="4400" spc="-1" strike="noStrike">
                <a:latin typeface="Arial"/>
              </a:rPr>
              <a:t>t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h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i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l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 </a:t>
            </a:r>
            <a:r>
              <a:rPr b="0" lang="en-US" sz="4400" spc="-1" strike="noStrike">
                <a:latin typeface="Arial"/>
              </a:rPr>
              <a:t>t</a:t>
            </a:r>
            <a:r>
              <a:rPr b="0" lang="en-US" sz="4400" spc="-1" strike="noStrike">
                <a:latin typeface="Arial"/>
              </a:rPr>
              <a:t>e</a:t>
            </a:r>
            <a:r>
              <a:rPr b="0" lang="en-US" sz="4400" spc="-1" strike="noStrike">
                <a:latin typeface="Arial"/>
              </a:rPr>
              <a:t>x</a:t>
            </a:r>
            <a:r>
              <a:rPr b="0" lang="en-US" sz="4400" spc="-1" strike="noStrike">
                <a:latin typeface="Arial"/>
              </a:rPr>
              <a:t>t </a:t>
            </a:r>
            <a:r>
              <a:rPr b="0" lang="en-US" sz="4400" spc="-1" strike="noStrike">
                <a:latin typeface="Arial"/>
              </a:rPr>
              <a:t>f</a:t>
            </a:r>
            <a:r>
              <a:rPr b="0" lang="en-US" sz="4400" spc="-1" strike="noStrike">
                <a:latin typeface="Arial"/>
              </a:rPr>
              <a:t>o</a:t>
            </a:r>
            <a:r>
              <a:rPr b="0" lang="en-US" sz="4400" spc="-1" strike="noStrike">
                <a:latin typeface="Arial"/>
              </a:rPr>
              <a:t>r</a:t>
            </a:r>
            <a:r>
              <a:rPr b="0" lang="en-US" sz="4400" spc="-1" strike="noStrike">
                <a:latin typeface="Arial"/>
              </a:rPr>
              <a:t>m</a:t>
            </a:r>
            <a:r>
              <a:rPr b="0" lang="en-US" sz="4400" spc="-1" strike="noStrike">
                <a:latin typeface="Arial"/>
              </a:rPr>
              <a:t>a</a:t>
            </a:r>
            <a:r>
              <a:rPr b="0" lang="en-US" sz="4400" spc="-1" strike="noStrike">
                <a:latin typeface="Arial"/>
              </a:rPr>
              <a:t>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6000" cy="143208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1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P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a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l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o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A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l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t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o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5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8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1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-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 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2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5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8</a:t>
            </a: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7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3000" cy="657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P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e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t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e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r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 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H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.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 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C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h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e</a:t>
            </a: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n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1"/>
          <a:stretch/>
        </p:blipFill>
        <p:spPr>
          <a:xfrm>
            <a:off x="4212000" y="3645000"/>
            <a:ext cx="903960" cy="8751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15A607-ABAF-431D-9DDF-A08BA9D14BAD}" type="slidenum">
              <a:t>1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fld id="{575A6AB1-DFAB-40FE-952B-7A51364B7F44}" type="datetime1">
              <a:rPr lang="en-US"/>
              <a:t>07/04/2026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5280" cy="72684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2585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271240" cy="75528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rIns="0" tIns="0" bIns="0" anchor="t">
            <a:noAutofit/>
          </a:bodyPr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Palo Alto 2585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300" spc="-1" strike="noStrike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2400" cy="32220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5920" cy="327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CEDF7F2-DA7A-455B-B08E-B9E433078FBE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95" name="Rectangle 76"/>
          <p:cNvSpPr/>
          <p:nvPr/>
        </p:nvSpPr>
        <p:spPr>
          <a:xfrm>
            <a:off x="5715000" y="1896480"/>
            <a:ext cx="2523600" cy="19166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6" name="Rectangle: Rounded Corners 86"/>
          <p:cNvSpPr/>
          <p:nvPr/>
        </p:nvSpPr>
        <p:spPr>
          <a:xfrm>
            <a:off x="4800600" y="4066560"/>
            <a:ext cx="685800" cy="9626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7" name="Rectangle: Rounded Corners 87"/>
          <p:cNvSpPr/>
          <p:nvPr/>
        </p:nvSpPr>
        <p:spPr>
          <a:xfrm>
            <a:off x="5194800" y="3240000"/>
            <a:ext cx="2340000" cy="53388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8" name="Rectangle 88"/>
          <p:cNvSpPr/>
          <p:nvPr/>
        </p:nvSpPr>
        <p:spPr>
          <a:xfrm>
            <a:off x="7459920" y="2201400"/>
            <a:ext cx="1149120" cy="3135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Carport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 119"/>
          <p:cNvSpPr/>
          <p:nvPr/>
        </p:nvSpPr>
        <p:spPr>
          <a:xfrm>
            <a:off x="4628520" y="3838320"/>
            <a:ext cx="4072680" cy="166824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0" name="Straight Arrow Connector 124"/>
          <p:cNvSpPr/>
          <p:nvPr/>
        </p:nvSpPr>
        <p:spPr>
          <a:xfrm>
            <a:off x="2743200" y="1876320"/>
            <a:ext cx="9428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1" name="Rectangle 125"/>
          <p:cNvSpPr/>
          <p:nvPr/>
        </p:nvSpPr>
        <p:spPr>
          <a:xfrm>
            <a:off x="2971800" y="1913400"/>
            <a:ext cx="71424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Straight Arrow Connector 130"/>
          <p:cNvSpPr/>
          <p:nvPr/>
        </p:nvSpPr>
        <p:spPr>
          <a:xfrm flipH="1" flipV="1">
            <a:off x="3885480" y="1227600"/>
            <a:ext cx="360" cy="4572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Rectangle 135"/>
          <p:cNvSpPr/>
          <p:nvPr/>
        </p:nvSpPr>
        <p:spPr>
          <a:xfrm>
            <a:off x="4628520" y="5576760"/>
            <a:ext cx="3598560" cy="3646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(2585)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4" name="Rectangle 136"/>
          <p:cNvSpPr/>
          <p:nvPr/>
        </p:nvSpPr>
        <p:spPr>
          <a:xfrm>
            <a:off x="6183720" y="5997960"/>
            <a:ext cx="900720" cy="3135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5" name="Rectangle: Rounded Corners 28"/>
          <p:cNvSpPr/>
          <p:nvPr/>
        </p:nvSpPr>
        <p:spPr>
          <a:xfrm>
            <a:off x="5194800" y="2624760"/>
            <a:ext cx="2283480" cy="53388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6" name="Rectangle: Rounded Corners 29"/>
          <p:cNvSpPr/>
          <p:nvPr/>
        </p:nvSpPr>
        <p:spPr>
          <a:xfrm>
            <a:off x="5194800" y="2031840"/>
            <a:ext cx="2261160" cy="53388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7" name="Rectangle 30"/>
          <p:cNvSpPr/>
          <p:nvPr/>
        </p:nvSpPr>
        <p:spPr>
          <a:xfrm>
            <a:off x="2562840" y="1143000"/>
            <a:ext cx="6579000" cy="571248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Straight Arrow Connector 64"/>
          <p:cNvSpPr/>
          <p:nvPr/>
        </p:nvSpPr>
        <p:spPr>
          <a:xfrm>
            <a:off x="4572000" y="6171840"/>
            <a:ext cx="42534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9" name="Rectangle 1"/>
          <p:cNvSpPr/>
          <p:nvPr/>
        </p:nvSpPr>
        <p:spPr>
          <a:xfrm>
            <a:off x="8625600" y="4343400"/>
            <a:ext cx="71424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Straight Arrow Connector 1"/>
          <p:cNvSpPr/>
          <p:nvPr/>
        </p:nvSpPr>
        <p:spPr>
          <a:xfrm>
            <a:off x="8853840" y="3886200"/>
            <a:ext cx="360" cy="15015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1" name=""/>
          <p:cNvSpPr/>
          <p:nvPr/>
        </p:nvSpPr>
        <p:spPr>
          <a:xfrm>
            <a:off x="-1143000" y="3299760"/>
            <a:ext cx="4569840" cy="28702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Rectangle 10"/>
          <p:cNvSpPr/>
          <p:nvPr/>
        </p:nvSpPr>
        <p:spPr>
          <a:xfrm>
            <a:off x="-1086120" y="3528360"/>
            <a:ext cx="3598560" cy="50832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(2581 Alma)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Rectangle 7"/>
          <p:cNvSpPr/>
          <p:nvPr/>
        </p:nvSpPr>
        <p:spPr>
          <a:xfrm>
            <a:off x="2971800" y="4220640"/>
            <a:ext cx="461520" cy="92304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Rectangle 8"/>
          <p:cNvSpPr/>
          <p:nvPr/>
        </p:nvSpPr>
        <p:spPr>
          <a:xfrm>
            <a:off x="2063880" y="4825080"/>
            <a:ext cx="117144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 flipH="1">
            <a:off x="2521080" y="3992040"/>
            <a:ext cx="45720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"/>
          <p:cNvSpPr/>
          <p:nvPr/>
        </p:nvSpPr>
        <p:spPr>
          <a:xfrm flipH="1">
            <a:off x="2929680" y="3992040"/>
            <a:ext cx="457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Rectangle 11"/>
          <p:cNvSpPr/>
          <p:nvPr/>
        </p:nvSpPr>
        <p:spPr>
          <a:xfrm>
            <a:off x="3547440" y="4343400"/>
            <a:ext cx="71424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8" name="Straight Arrow Connector 2"/>
          <p:cNvSpPr/>
          <p:nvPr/>
        </p:nvSpPr>
        <p:spPr>
          <a:xfrm>
            <a:off x="3524760" y="4240440"/>
            <a:ext cx="20520" cy="9234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Straight Arrow Connector 4"/>
          <p:cNvSpPr/>
          <p:nvPr/>
        </p:nvSpPr>
        <p:spPr>
          <a:xfrm>
            <a:off x="2923560" y="5299920"/>
            <a:ext cx="5032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Rectangle 12"/>
          <p:cNvSpPr/>
          <p:nvPr/>
        </p:nvSpPr>
        <p:spPr>
          <a:xfrm>
            <a:off x="2808000" y="5290560"/>
            <a:ext cx="71424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Straight Arrow Connector 6"/>
          <p:cNvSpPr/>
          <p:nvPr/>
        </p:nvSpPr>
        <p:spPr>
          <a:xfrm>
            <a:off x="3524760" y="5284440"/>
            <a:ext cx="20520" cy="9234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2" name="Rectangle 13"/>
          <p:cNvSpPr/>
          <p:nvPr/>
        </p:nvSpPr>
        <p:spPr>
          <a:xfrm>
            <a:off x="3627000" y="5486400"/>
            <a:ext cx="71424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&gt; 16’</a:t>
            </a:r>
            <a:endParaRPr b="0" lang="en-US" sz="1800" spc="-1" strike="noStrike">
              <a:latin typeface="Arial"/>
            </a:endParaRPr>
          </a:p>
        </p:txBody>
      </p:sp>
      <p:grpSp>
        <p:nvGrpSpPr>
          <p:cNvPr id="123" name=""/>
          <p:cNvGrpSpPr/>
          <p:nvPr/>
        </p:nvGrpSpPr>
        <p:grpSpPr>
          <a:xfrm>
            <a:off x="2743200" y="1224360"/>
            <a:ext cx="880560" cy="460440"/>
            <a:chOff x="2743200" y="1224360"/>
            <a:chExt cx="880560" cy="460440"/>
          </a:xfrm>
        </p:grpSpPr>
        <p:sp>
          <p:nvSpPr>
            <p:cNvPr id="124" name="Rectangle 118"/>
            <p:cNvSpPr/>
            <p:nvPr/>
          </p:nvSpPr>
          <p:spPr>
            <a:xfrm rot="16175400">
              <a:off x="2953800" y="1050120"/>
              <a:ext cx="454320" cy="808920"/>
            </a:xfrm>
            <a:prstGeom prst="rect">
              <a:avLst/>
            </a:prstGeom>
            <a:solidFill>
              <a:srgbClr val="4f81bd"/>
            </a:solidFill>
            <a:ln>
              <a:solidFill>
                <a:srgbClr val="22385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5" name=""/>
            <p:cNvSpPr/>
            <p:nvPr/>
          </p:nvSpPr>
          <p:spPr>
            <a:xfrm>
              <a:off x="3007800" y="1240560"/>
              <a:ext cx="3600" cy="44244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" name=""/>
            <p:cNvSpPr/>
            <p:nvPr/>
          </p:nvSpPr>
          <p:spPr>
            <a:xfrm flipH="1">
              <a:off x="2743200" y="1224360"/>
              <a:ext cx="877320" cy="360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7" name=""/>
            <p:cNvSpPr/>
            <p:nvPr/>
          </p:nvSpPr>
          <p:spPr>
            <a:xfrm>
              <a:off x="3164040" y="1224720"/>
              <a:ext cx="3960" cy="45720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8" name=""/>
            <p:cNvSpPr/>
            <p:nvPr/>
          </p:nvSpPr>
          <p:spPr>
            <a:xfrm>
              <a:off x="3357000" y="1238400"/>
              <a:ext cx="3600" cy="44208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9" name=""/>
            <p:cNvSpPr/>
            <p:nvPr/>
          </p:nvSpPr>
          <p:spPr>
            <a:xfrm flipH="1" flipV="1">
              <a:off x="3584880" y="1260360"/>
              <a:ext cx="2880" cy="41904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0" name=""/>
            <p:cNvSpPr/>
            <p:nvPr/>
          </p:nvSpPr>
          <p:spPr>
            <a:xfrm flipH="1" flipV="1">
              <a:off x="2775240" y="1266120"/>
              <a:ext cx="20160" cy="41868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1" name=""/>
            <p:cNvSpPr/>
            <p:nvPr/>
          </p:nvSpPr>
          <p:spPr>
            <a:xfrm flipH="1">
              <a:off x="2778120" y="1679040"/>
              <a:ext cx="845640" cy="5760"/>
            </a:xfrm>
            <a:prstGeom prst="line">
              <a:avLst/>
            </a:prstGeom>
            <a:ln w="73080">
              <a:solidFill>
                <a:srgbClr val="bf004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32" name="Rectangle: Rounded Corners 1"/>
          <p:cNvSpPr/>
          <p:nvPr/>
        </p:nvSpPr>
        <p:spPr>
          <a:xfrm>
            <a:off x="6147000" y="4572000"/>
            <a:ext cx="2311200" cy="5054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33" name="Rectangle 5"/>
          <p:cNvSpPr/>
          <p:nvPr/>
        </p:nvSpPr>
        <p:spPr>
          <a:xfrm>
            <a:off x="6600600" y="5057640"/>
            <a:ext cx="71424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16’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34" name="Rectangle 15"/>
          <p:cNvSpPr/>
          <p:nvPr/>
        </p:nvSpPr>
        <p:spPr>
          <a:xfrm>
            <a:off x="4944600" y="5029200"/>
            <a:ext cx="42588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DejaVu Sans"/>
              </a:rPr>
              <a:t>6’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5" name="Rectangle: Rounded Corners 2"/>
          <p:cNvSpPr/>
          <p:nvPr/>
        </p:nvSpPr>
        <p:spPr>
          <a:xfrm>
            <a:off x="6147000" y="3886200"/>
            <a:ext cx="2311200" cy="50544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  <a:ea typeface="DejaVu Sans"/>
              </a:rPr>
              <a:t>Car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36" name="Rectangle 3"/>
          <p:cNvSpPr/>
          <p:nvPr/>
        </p:nvSpPr>
        <p:spPr>
          <a:xfrm>
            <a:off x="3886200" y="1227600"/>
            <a:ext cx="71424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Rectangle 2"/>
          <p:cNvSpPr/>
          <p:nvPr/>
        </p:nvSpPr>
        <p:spPr>
          <a:xfrm>
            <a:off x="5664600" y="3985200"/>
            <a:ext cx="42588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DejaVu Sans"/>
              </a:rPr>
              <a:t>6’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8" name="Rectangle 4"/>
          <p:cNvSpPr/>
          <p:nvPr/>
        </p:nvSpPr>
        <p:spPr>
          <a:xfrm>
            <a:off x="5664600" y="4633200"/>
            <a:ext cx="425880" cy="307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DejaVu Sans"/>
              </a:rPr>
              <a:t>6’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BA9500FD-CC9C-49D5-AE3E-B7D24D14588F}" type="datetime1">
              <a:rPr lang="en-US"/>
              <a:t>07/04/2026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6200" cy="143208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4BE9862-33DE-49FA-A02F-EA54294AD6AF}" type="slidenum">
              <a:t>3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9497A60D-A7A5-4C11-BAF2-BB960743A513}" type="datetime1">
              <a:rPr lang="en-US"/>
              <a:t>07/04/2026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11433</TotalTime>
  <Application>LibreOffice/7.3.7.2$Linux_X86_64 LibreOffice_project/30$Build-2</Application>
  <AppVersion>15.0000</AppVersion>
  <Words>127</Words>
  <Paragraphs>33</Paragraphs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2018-09-28T16:40:41Z</dcterms:created>
  <dc:creator>USER</dc:creator>
  <dc:description/>
  <dc:language>en-US</dc:language>
  <cp:lastModifiedBy/>
  <dcterms:modified xsi:type="dcterms:W3CDTF">2026-07-04T21:35:20Z</dcterms:modified>
  <cp:revision>2504</cp:revision>
  <dc:subject/>
  <dc:title>Node JS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(4:3)</vt:lpwstr>
  </property>
  <property fmtid="{D5CDD505-2E9C-101B-9397-08002B2CF9AE}" pid="4" name="Slides">
    <vt:i4>3</vt:i4>
  </property>
</Properties>
</file>