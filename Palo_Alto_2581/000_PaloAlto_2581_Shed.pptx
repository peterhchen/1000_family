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6"/>
  </p:notes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6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5BE30FC3-8094-41C9-B634-B18F494F2D0D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37080" cy="339408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51120" cy="407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36520" cy="42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F206F3-0A23-4C5C-A4DD-7C85C96DE221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D9BB429-1B88-4EDF-AE59-9D6BB2DCDC8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574235B-37F9-47BA-BA9C-7427152EB4D6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C0AD704-BBD6-4C54-9AAC-8D70DA4CA6C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6A4FB05-0D56-4FCE-87DD-86CEA5A996F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A7620AB-1642-4FDA-A95D-9B490B4DD18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53A9BC7-D917-4DAB-87B7-BE3026E58D6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09A9598-2D26-4ED4-8DA2-B862EA6CAE0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619CEE9-5018-492F-8BEF-5DBFF0C1A39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AFB158B-F92C-4354-AE73-8B83FEAA141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41448C8-E6CD-4099-B4BC-62D3EF4AF27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9E1116A-67FA-4E89-A6E9-1280A1A092B6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CD77775-3C77-4225-8D25-232370CFC5CC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0BB7AF8-851D-42C3-8744-424CC3AB499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6E4DA98-BEF7-49E6-996C-C5D0846A44B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FE53191-ABE0-4AA8-BA7A-9871C227CC4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600AB6B-E924-4C6E-8D77-43163B0497C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99DE90E-B7FB-4977-B4F4-E24849E23F1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192FB94-499E-43BB-A691-0DB2F004D24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694A157-0B29-4B47-AD00-A6165C6760C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D88CC2D-5198-4E8B-9938-9FB814F2A23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78C5F74-A826-462F-87BD-7FAEEF4FB79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E125011-20FC-4768-B40A-AE2C97B0D08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84E9863-1275-42B2-B78B-6AFFFE07001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FF891C3-A223-464E-B8B6-802E77C731EB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6020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E8ADFB-F970-4FAE-9AD7-73E438E3CFC8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6020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71114A-BFFC-437B-A9D5-6040C2D4A83C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2130480"/>
            <a:ext cx="9128520" cy="1434600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200" b="1" strike="noStrike" spc="-1">
                <a:solidFill>
                  <a:srgbClr val="FFFF00"/>
                </a:solidFill>
                <a:latin typeface="Calibri"/>
                <a:ea typeface="DejaVu Sans"/>
              </a:rPr>
              <a:t>001 Palo Alto 2581 - 2587</a:t>
            </a:r>
            <a:endParaRPr lang="en-US" sz="4200" b="0" strike="noStrike" spc="-1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371600" y="4563360"/>
            <a:ext cx="6365520" cy="65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28600" indent="-22860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8B8B8B"/>
                </a:solidFill>
                <a:latin typeface="Calibri"/>
                <a:ea typeface="DejaVu Sans"/>
              </a:rPr>
              <a:t>Peter H. Chen</a:t>
            </a:r>
            <a:endParaRPr lang="en-US" sz="3200" b="0" strike="noStrike" spc="-1">
              <a:latin typeface="Arial"/>
            </a:endParaRPr>
          </a:p>
        </p:txBody>
      </p:sp>
      <p:pic>
        <p:nvPicPr>
          <p:cNvPr id="90" name="Picture 2" descr="Reinforcement learning - Wikipedia"/>
          <p:cNvPicPr/>
          <p:nvPr/>
        </p:nvPicPr>
        <p:blipFill>
          <a:blip r:embed="rId3"/>
          <a:stretch/>
        </p:blipFill>
        <p:spPr>
          <a:xfrm>
            <a:off x="4212000" y="3645000"/>
            <a:ext cx="906480" cy="8776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6895BAA-7ECA-47E7-A469-7D3F41C61957}" type="slidenum">
              <a:t>1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fld id="{C86E80A2-4B26-42D2-903A-CE8F0862CAB8}" type="datetime1">
              <a:rPr lang="en-US"/>
              <a:t>2/20/2026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0080" y="0"/>
            <a:ext cx="9127800" cy="729360"/>
          </a:xfrm>
          <a:prstGeom prst="rect">
            <a:avLst/>
          </a:prstGeom>
          <a:gradFill rotWithShape="0">
            <a:gsLst>
              <a:gs pos="0">
                <a:srgbClr val="BF0000"/>
              </a:gs>
              <a:gs pos="100000">
                <a:srgbClr val="710000"/>
              </a:gs>
            </a:gsLst>
            <a:lin ang="8100000"/>
          </a:gradFill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4200" b="1" strike="noStrike" spc="-1">
                <a:solidFill>
                  <a:srgbClr val="FFFF00"/>
                </a:solidFill>
                <a:latin typeface="Calibri"/>
                <a:ea typeface="DejaVu Sans"/>
              </a:rPr>
              <a:t>001 Palo Alto 2581 - 2581</a:t>
            </a:r>
            <a:endParaRPr lang="en-US" sz="42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232200" y="1302120"/>
            <a:ext cx="2739600" cy="297720"/>
          </a:xfrm>
          <a:prstGeom prst="rect">
            <a:avLst/>
          </a:prstGeom>
          <a:noFill/>
          <a:ln w="0">
            <a:solidFill>
              <a:srgbClr val="C00000"/>
            </a:solidFill>
          </a:ln>
        </p:spPr>
        <p:txBody>
          <a:bodyPr lIns="0" tIns="0" rIns="0" bIns="0" anchor="t">
            <a:noAutofit/>
          </a:bodyPr>
          <a:lstStyle/>
          <a:p>
            <a:pPr marL="465120" indent="-465120">
              <a:lnSpc>
                <a:spcPct val="100000"/>
              </a:lnSpc>
              <a:spcBef>
                <a:spcPts val="360"/>
              </a:spcBef>
              <a:buClr>
                <a:srgbClr val="0070C0"/>
              </a:buClr>
              <a:buFont typeface="Wingdings" charset="2"/>
              <a:buChar char=""/>
            </a:pPr>
            <a:r>
              <a:rPr lang="en-US" sz="13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Palo Alto 2581 to 2587</a:t>
            </a:r>
            <a:endParaRPr lang="en-US" sz="1300" b="0" strike="noStrike" spc="-1">
              <a:latin typeface="Arial"/>
            </a:endParaRPr>
          </a:p>
          <a:p>
            <a:pPr marL="465120" indent="-465120">
              <a:lnSpc>
                <a:spcPct val="100000"/>
              </a:lnSpc>
              <a:spcBef>
                <a:spcPts val="360"/>
              </a:spcBef>
              <a:buClr>
                <a:srgbClr val="0070C0"/>
              </a:buClr>
              <a:buFont typeface="Wingdings" charset="2"/>
              <a:buChar char=""/>
            </a:pPr>
            <a:r>
              <a:rPr lang="en-US" sz="13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en-US" sz="13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None/>
            </a:pPr>
            <a:endParaRPr lang="en-US" sz="1300" b="0" strike="noStrike" spc="-1">
              <a:latin typeface="Arial"/>
            </a:endParaRPr>
          </a:p>
        </p:txBody>
      </p:sp>
      <p:sp>
        <p:nvSpPr>
          <p:cNvPr id="93" name="標題 4"/>
          <p:cNvSpPr/>
          <p:nvPr/>
        </p:nvSpPr>
        <p:spPr>
          <a:xfrm>
            <a:off x="0" y="723600"/>
            <a:ext cx="9124920" cy="324720"/>
          </a:xfrm>
          <a:prstGeom prst="rect">
            <a:avLst/>
          </a:prstGeom>
          <a:gradFill rotWithShape="0">
            <a:gsLst>
              <a:gs pos="0">
                <a:srgbClr val="00AFEF"/>
              </a:gs>
              <a:gs pos="100000">
                <a:srgbClr val="00688E"/>
              </a:gs>
            </a:gsLst>
            <a:lin ang="81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  <a:ea typeface="DejaVu Sans"/>
              </a:rPr>
              <a:t>https://www.hsinchu.gov.tw/cp.aspx?n=982&amp;s=263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10"/>
          </p:nvPr>
        </p:nvSpPr>
        <p:spPr>
          <a:xfrm>
            <a:off x="6553080" y="6356520"/>
            <a:ext cx="2098440" cy="32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83ACF9-C690-4A22-A928-4DD9DEAA58E2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85B98A2D-A0AB-497E-912E-0872F80E272C}" type="datetime1">
              <a:rPr lang="en-US"/>
              <a:t>2/20/2026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814A75-8B0B-9652-8EC9-612D0E524767}"/>
              </a:ext>
            </a:extLst>
          </p:cNvPr>
          <p:cNvSpPr/>
          <p:nvPr/>
        </p:nvSpPr>
        <p:spPr>
          <a:xfrm>
            <a:off x="5396089" y="2743200"/>
            <a:ext cx="45719" cy="2573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E4FEC0-AFA7-BC23-A36E-B6A0AD8FEF2C}"/>
              </a:ext>
            </a:extLst>
          </p:cNvPr>
          <p:cNvSpPr/>
          <p:nvPr/>
        </p:nvSpPr>
        <p:spPr>
          <a:xfrm>
            <a:off x="3962400" y="3296356"/>
            <a:ext cx="959556" cy="19642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255E7A-FA3F-D17A-EA32-F36010D7B9BD}"/>
              </a:ext>
            </a:extLst>
          </p:cNvPr>
          <p:cNvSpPr/>
          <p:nvPr/>
        </p:nvSpPr>
        <p:spPr>
          <a:xfrm>
            <a:off x="3725333" y="1569157"/>
            <a:ext cx="191911" cy="3747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52DA1F-BE22-C81E-C2CF-E0A226FD2B69}"/>
              </a:ext>
            </a:extLst>
          </p:cNvPr>
          <p:cNvSpPr/>
          <p:nvPr/>
        </p:nvSpPr>
        <p:spPr>
          <a:xfrm>
            <a:off x="3894669" y="3522134"/>
            <a:ext cx="101600" cy="237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BE28D8-2646-35E5-F64D-07BF35438674}"/>
              </a:ext>
            </a:extLst>
          </p:cNvPr>
          <p:cNvSpPr/>
          <p:nvPr/>
        </p:nvSpPr>
        <p:spPr>
          <a:xfrm>
            <a:off x="3872089" y="4549422"/>
            <a:ext cx="124178" cy="2483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13CADB-187B-56A3-57AF-B9109982B082}"/>
              </a:ext>
            </a:extLst>
          </p:cNvPr>
          <p:cNvSpPr/>
          <p:nvPr/>
        </p:nvSpPr>
        <p:spPr>
          <a:xfrm rot="2450317">
            <a:off x="3587478" y="2129560"/>
            <a:ext cx="1902664" cy="131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149627-8053-BF86-00A6-176687266D9C}"/>
              </a:ext>
            </a:extLst>
          </p:cNvPr>
          <p:cNvSpPr/>
          <p:nvPr/>
        </p:nvSpPr>
        <p:spPr>
          <a:xfrm>
            <a:off x="5192889" y="3014132"/>
            <a:ext cx="191910" cy="22916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BFCFB59-A785-1374-6523-FE26223FB396}"/>
              </a:ext>
            </a:extLst>
          </p:cNvPr>
          <p:cNvSpPr/>
          <p:nvPr/>
        </p:nvSpPr>
        <p:spPr>
          <a:xfrm>
            <a:off x="5000978" y="2720622"/>
            <a:ext cx="203200" cy="26190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BBBCC29-AE3C-7AD6-4031-D4A4968D8BFA}"/>
              </a:ext>
            </a:extLst>
          </p:cNvPr>
          <p:cNvSpPr/>
          <p:nvPr/>
        </p:nvSpPr>
        <p:spPr>
          <a:xfrm>
            <a:off x="3804356" y="3138311"/>
            <a:ext cx="1591733" cy="1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76C8672-817C-DBD0-BBB8-6472FD4B1D22}"/>
              </a:ext>
            </a:extLst>
          </p:cNvPr>
          <p:cNvSpPr/>
          <p:nvPr/>
        </p:nvSpPr>
        <p:spPr>
          <a:xfrm>
            <a:off x="4899376" y="4086578"/>
            <a:ext cx="158045" cy="1919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13DABAB-2905-D712-E228-5714CC9EAED0}"/>
              </a:ext>
            </a:extLst>
          </p:cNvPr>
          <p:cNvCxnSpPr>
            <a:cxnSpLocks/>
          </p:cNvCxnSpPr>
          <p:nvPr/>
        </p:nvCxnSpPr>
        <p:spPr>
          <a:xfrm>
            <a:off x="3431822" y="1614311"/>
            <a:ext cx="0" cy="381564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AD86D6F2-75C2-67C0-6397-28BDCD10E3F7}"/>
              </a:ext>
            </a:extLst>
          </p:cNvPr>
          <p:cNvSpPr/>
          <p:nvPr/>
        </p:nvSpPr>
        <p:spPr>
          <a:xfrm>
            <a:off x="2844800" y="3386666"/>
            <a:ext cx="575733" cy="3160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 ft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A8B0864-113D-1C70-C683-ED8F955FBFA4}"/>
              </a:ext>
            </a:extLst>
          </p:cNvPr>
          <p:cNvSpPr/>
          <p:nvPr/>
        </p:nvSpPr>
        <p:spPr>
          <a:xfrm>
            <a:off x="5503334" y="3414889"/>
            <a:ext cx="575733" cy="31608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 ft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BFB1FA0-0CDB-198C-24F1-839EFF8657F6}"/>
              </a:ext>
            </a:extLst>
          </p:cNvPr>
          <p:cNvCxnSpPr>
            <a:cxnSpLocks/>
          </p:cNvCxnSpPr>
          <p:nvPr/>
        </p:nvCxnSpPr>
        <p:spPr>
          <a:xfrm>
            <a:off x="5627511" y="2748845"/>
            <a:ext cx="0" cy="259079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0" y="2130480"/>
            <a:ext cx="9108720" cy="1434600"/>
          </a:xfrm>
          <a:prstGeom prst="rect">
            <a:avLst/>
          </a:prstGeom>
          <a:gradFill rotWithShape="0">
            <a:gsLst>
              <a:gs pos="0">
                <a:srgbClr val="00AFEF"/>
              </a:gs>
              <a:gs pos="100000">
                <a:srgbClr val="00688E"/>
              </a:gs>
            </a:gsLst>
            <a:lin ang="8100000"/>
          </a:gradFill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6000" b="1" strike="noStrike" spc="-1">
                <a:solidFill>
                  <a:srgbClr val="FFFF00"/>
                </a:solidFill>
                <a:latin typeface="Calibri"/>
                <a:ea typeface="DejaVu Sans"/>
              </a:rPr>
              <a:t>End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0046081-7BE4-4C10-815F-4EB01DC1A714}" type="slidenum">
              <a:t>3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D9E850A2-ABF5-4059-9BCE-B29DE6BE7EDD}" type="datetime1">
              <a:rPr lang="en-US"/>
              <a:t>2/20/2026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11250</TotalTime>
  <Words>55</Words>
  <Application>Microsoft Office PowerPoint</Application>
  <PresentationFormat>On-screen Show (4:3)</PresentationFormat>
  <Paragraphs>16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001 Palo Alto 2581 - 2587</vt:lpstr>
      <vt:lpstr>001 Palo Alto 2581 - 2581</vt:lpstr>
      <vt:lpstr>End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subject/>
  <dc:creator>USER</dc:creator>
  <dc:description/>
  <cp:lastModifiedBy>Peter Chen</cp:lastModifiedBy>
  <cp:revision>2438</cp:revision>
  <dcterms:created xsi:type="dcterms:W3CDTF">2018-09-28T16:40:41Z</dcterms:created>
  <dcterms:modified xsi:type="dcterms:W3CDTF">2026-02-21T02:45:18Z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On-screen Show (4:3)</vt:lpwstr>
  </property>
  <property fmtid="{D5CDD505-2E9C-101B-9397-08002B2CF9AE}" pid="4" name="Slides">
    <vt:r8>3</vt:r8>
  </property>
</Properties>
</file>